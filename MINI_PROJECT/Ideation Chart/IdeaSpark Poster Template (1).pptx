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0" d="100"/>
          <a:sy n="80" d="100"/>
        </p:scale>
        <p:origin x="754" y="21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an Babbar" userId="31f8182030175892" providerId="LiveId" clId="{03A9E000-EBC3-4032-9475-3B8AE2EFD36D}"/>
    <pc:docChg chg="undo custSel modSld">
      <pc:chgData name="Naman Babbar" userId="31f8182030175892" providerId="LiveId" clId="{03A9E000-EBC3-4032-9475-3B8AE2EFD36D}" dt="2024-09-01T20:14:31.274" v="345" actId="20577"/>
      <pc:docMkLst>
        <pc:docMk/>
      </pc:docMkLst>
      <pc:sldChg chg="modSp mod">
        <pc:chgData name="Naman Babbar" userId="31f8182030175892" providerId="LiveId" clId="{03A9E000-EBC3-4032-9475-3B8AE2EFD36D}" dt="2024-09-01T20:14:31.274" v="345" actId="20577"/>
        <pc:sldMkLst>
          <pc:docMk/>
          <pc:sldMk cId="0" sldId="256"/>
        </pc:sldMkLst>
        <pc:spChg chg="mod">
          <ac:chgData name="Naman Babbar" userId="31f8182030175892" providerId="LiveId" clId="{03A9E000-EBC3-4032-9475-3B8AE2EFD36D}" dt="2024-09-01T20:01:33.963" v="325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Naman Babbar" userId="31f8182030175892" providerId="LiveId" clId="{03A9E000-EBC3-4032-9475-3B8AE2EFD36D}" dt="2024-09-01T20:14:31.274" v="345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Naman Babbar" userId="31f8182030175892" providerId="LiveId" clId="{03A9E000-EBC3-4032-9475-3B8AE2EFD36D}" dt="2024-09-01T20:01:42.449" v="326" actId="20577"/>
          <ac:spMkLst>
            <pc:docMk/>
            <pc:sldMk cId="0" sldId="256"/>
            <ac:spMk id="9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73" y="81285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74503" y="829023"/>
            <a:ext cx="9030900" cy="12933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  <a:endParaRPr sz="1800" b="0" i="0" u="none" strike="noStrike" cap="none" dirty="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based methodology to predict emotion using facial expressions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Mayank Modi, Jayesh Mathur, </a:t>
            </a:r>
            <a:r>
              <a:rPr lang="en-US" sz="1800" i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Ritwick</a:t>
            </a: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Prabhat, Himanshu </a:t>
            </a:r>
            <a:r>
              <a:rPr lang="en-US" sz="1800" i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Gujrathi</a:t>
            </a:r>
            <a:endParaRPr lang="en-IN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53573" y="1435502"/>
            <a:ext cx="2869500" cy="5541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Anupama Budhewar</a:t>
            </a:r>
            <a:endParaRPr sz="1700" b="1"/>
          </a:p>
        </p:txBody>
      </p:sp>
      <p:sp>
        <p:nvSpPr>
          <p:cNvPr id="87" name="Google Shape;87;p13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MIT SCHOOL OF COMPUTING </a:t>
            </a:r>
            <a:endParaRPr sz="3200" b="0" i="0" u="none" strike="noStrike" cap="none" dirty="0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39676" y="5203765"/>
            <a:ext cx="4529136" cy="13867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</a:rPr>
              <a:t>Problem </a:t>
            </a:r>
            <a:r>
              <a:rPr lang="en-US" sz="1500" b="1" dirty="0">
                <a:solidFill>
                  <a:schemeClr val="dk1"/>
                </a:solidFill>
              </a:rPr>
              <a:t>statement</a:t>
            </a:r>
            <a:endParaRPr sz="1500" b="1" dirty="0"/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Create </a:t>
            </a:r>
            <a:r>
              <a:rPr lang="en-US" sz="1600" dirty="0"/>
              <a:t>a platform for managing academic fests, enabling event discovery, enrollment, proposal approval, and volunteer coordination with authority oversight.</a:t>
            </a:r>
            <a:endParaRPr sz="13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668813" y="5256742"/>
            <a:ext cx="4006108" cy="152345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</a:rPr>
              <a:t>Proposed Solution</a:t>
            </a:r>
            <a:endParaRPr sz="1600"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Develop an emotion prediction system using a pre-trained CNN model that analyzes facial expressions from recognized face. Train the model on a labeled dataset of diverse emotions, then deploy it as a user-friendly web application to provide real-time emotion predictions from recognized face. Regular updates and user feedback will ensure continuous improvement and accuracy.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674921" y="5256741"/>
            <a:ext cx="3256500" cy="152345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</a:rPr>
              <a:t>Scope and Feasibility</a:t>
            </a:r>
            <a:endParaRPr sz="1600" b="1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developing a system to recognize and analyze human moods, likely utilizing facial expressions, voice tone, and possibly other cues. It could have applications in fields like mental health, human-computer interaction, and more. It is already being used in cognitive psychology, clinical diagnostics, EEG(electroencephalography).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565338" y="180102"/>
            <a:ext cx="1556400" cy="585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TYCORE1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 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dirty="0"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4921" y="2186244"/>
            <a:ext cx="3446815" cy="3026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975" y="2142002"/>
            <a:ext cx="4391837" cy="307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8812" y="2166718"/>
            <a:ext cx="4006109" cy="30456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761A05-84B5-A815-6CB4-8675F1985DD0}"/>
              </a:ext>
            </a:extLst>
          </p:cNvPr>
          <p:cNvSpPr/>
          <p:nvPr/>
        </p:nvSpPr>
        <p:spPr>
          <a:xfrm>
            <a:off x="2029933" y="3343819"/>
            <a:ext cx="885919" cy="91812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User</a:t>
            </a:r>
            <a:endParaRPr lang="en-IN" sz="9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194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Naman Babbar</cp:lastModifiedBy>
  <cp:revision>1</cp:revision>
  <dcterms:modified xsi:type="dcterms:W3CDTF">2024-09-01T20:14:36Z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