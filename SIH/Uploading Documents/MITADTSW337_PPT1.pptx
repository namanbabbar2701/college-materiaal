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46714" y="233160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0661" y="1016034"/>
            <a:ext cx="8534400" cy="1752600"/>
          </a:xfrm>
        </p:spPr>
        <p:txBody>
          <a:bodyPr/>
          <a:lstStyle/>
          <a:p>
            <a:r>
              <a:rPr lang="en-US" sz="3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InFlux</a:t>
            </a:r>
            <a:endParaRPr lang="en-US"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Charging ahead with seamless power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014" y="2124594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ID- SIH1595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InFlux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Vehicle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MITADTSW337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C2 Innovative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1020" y="123998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"/>
            <a:ext cx="10972800" cy="1395247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InFlux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Charging ahead with seamless power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23449" y="1658744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B1272852-D65D-FB18-B3CD-5399F636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690" y="2487310"/>
            <a:ext cx="32839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3200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2530CF41-D20F-8A08-E772-517BE61CC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8" y="2651052"/>
            <a:ext cx="580484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 a centralized website for locating EV charging stations.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Collaborate with all major EV charger brands.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200" dirty="0"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Offer a unified wallet for easy payments across different chargers.</a:t>
            </a:r>
          </a:p>
        </p:txBody>
      </p:sp>
      <p:pic>
        <p:nvPicPr>
          <p:cNvPr id="1026" name="Picture 2" descr="Gas Stations Vs. EV Charging Stations: Why Density Matters">
            <a:extLst>
              <a:ext uri="{FF2B5EF4-FFF2-40B4-BE49-F238E27FC236}">
                <a16:creationId xmlns:a16="http://schemas.microsoft.com/office/drawing/2014/main" id="{ACA90FC6-BB79-D32F-1E13-95F913DC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845" y="2084439"/>
            <a:ext cx="5821360" cy="398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5571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65370-0EAA-4DA3-5093-D14C2A1D699D}"/>
              </a:ext>
            </a:extLst>
          </p:cNvPr>
          <p:cNvSpPr txBox="1"/>
          <p:nvPr/>
        </p:nvSpPr>
        <p:spPr>
          <a:xfrm>
            <a:off x="609600" y="1647286"/>
            <a:ext cx="637582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responsive website for real-time station discovery.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Integrate APIs from charger brands for location and availability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Secure online payment systems for the unified wallet.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Web-based GPS integration for station mapping and directions.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EE5C63-2281-A794-08F9-F93C1BA8D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1346360"/>
            <a:ext cx="1860495" cy="1585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10415A-DB44-A55C-AAF8-76F92A144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2945" y="4600050"/>
            <a:ext cx="1489804" cy="1489804"/>
          </a:xfrm>
          <a:prstGeom prst="rect">
            <a:avLst/>
          </a:prstGeom>
        </p:spPr>
      </p:pic>
      <p:pic>
        <p:nvPicPr>
          <p:cNvPr id="2052" name="Picture 4" descr="The Word &quot;Tech&quot; Written In Tile Letters ...">
            <a:extLst>
              <a:ext uri="{FF2B5EF4-FFF2-40B4-BE49-F238E27FC236}">
                <a16:creationId xmlns:a16="http://schemas.microsoft.com/office/drawing/2014/main" id="{E4F90C80-0388-65CF-7A36-B4F83E1C4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374" y="2902463"/>
            <a:ext cx="2313272" cy="167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1694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907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9CDE7C-8019-BC0D-9475-E05448DF1E52}"/>
              </a:ext>
            </a:extLst>
          </p:cNvPr>
          <p:cNvSpPr txBox="1"/>
          <p:nvPr/>
        </p:nvSpPr>
        <p:spPr>
          <a:xfrm>
            <a:off x="609600" y="2135027"/>
            <a:ext cx="88790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Growing demand for web-based EV charging solutions with market growth.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Collaborating with brands reduces infrastructure challenges.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Secure payment systems ensure user trust and adoption.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Scalable for future additions like mobile compatibility.</a:t>
            </a:r>
          </a:p>
        </p:txBody>
      </p:sp>
      <p:sp>
        <p:nvSpPr>
          <p:cNvPr id="2" name="AutoShape 2" descr="Point Maps Icon Power Outlet Location ...">
            <a:extLst>
              <a:ext uri="{FF2B5EF4-FFF2-40B4-BE49-F238E27FC236}">
                <a16:creationId xmlns:a16="http://schemas.microsoft.com/office/drawing/2014/main" id="{3EED1C69-277C-4CD6-2DFC-6D5DA9C8EC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Point Maps Icon Power Outlet Location ...">
            <a:extLst>
              <a:ext uri="{FF2B5EF4-FFF2-40B4-BE49-F238E27FC236}">
                <a16:creationId xmlns:a16="http://schemas.microsoft.com/office/drawing/2014/main" id="{1FF46638-CE40-E443-CD9A-A661D3B179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Point Maps Icon Power Outlet Location ...">
            <a:extLst>
              <a:ext uri="{FF2B5EF4-FFF2-40B4-BE49-F238E27FC236}">
                <a16:creationId xmlns:a16="http://schemas.microsoft.com/office/drawing/2014/main" id="{17CF60D2-3A19-C350-EE51-3EB9DB502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471" y="2062316"/>
            <a:ext cx="2477729" cy="287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493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5899" y="10951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909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A60F3-928D-6A6C-5DF9-75AB19235C5F}"/>
              </a:ext>
            </a:extLst>
          </p:cNvPr>
          <p:cNvSpPr txBox="1"/>
          <p:nvPr/>
        </p:nvSpPr>
        <p:spPr>
          <a:xfrm>
            <a:off x="428320" y="2100281"/>
            <a:ext cx="573650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Simplifies the search for EV charging stations via a web platform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Unified wallet improves user convenience and transaction speed.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Strengthens the EV ecosystem by promoting green transportation.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Increases revenue for participating EV charger brands.</a:t>
            </a:r>
          </a:p>
        </p:txBody>
      </p:sp>
      <p:pic>
        <p:nvPicPr>
          <p:cNvPr id="3074" name="Picture 2" descr="How electric car is beneficial for our environment">
            <a:extLst>
              <a:ext uri="{FF2B5EF4-FFF2-40B4-BE49-F238E27FC236}">
                <a16:creationId xmlns:a16="http://schemas.microsoft.com/office/drawing/2014/main" id="{70993F62-8F48-FA98-F447-10B7780E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100281"/>
            <a:ext cx="6008658" cy="366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93173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C2 Innovative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2D004A-C251-BAB1-D80D-84DFF20A4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74429"/>
              </p:ext>
            </p:extLst>
          </p:nvPr>
        </p:nvGraphicFramePr>
        <p:xfrm>
          <a:off x="804027" y="1395246"/>
          <a:ext cx="6865134" cy="386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2567">
                  <a:extLst>
                    <a:ext uri="{9D8B030D-6E8A-4147-A177-3AD203B41FA5}">
                      <a16:colId xmlns:a16="http://schemas.microsoft.com/office/drawing/2014/main" val="3256148182"/>
                    </a:ext>
                  </a:extLst>
                </a:gridCol>
                <a:gridCol w="3432567">
                  <a:extLst>
                    <a:ext uri="{9D8B030D-6E8A-4147-A177-3AD203B41FA5}">
                      <a16:colId xmlns:a16="http://schemas.microsoft.com/office/drawing/2014/main" val="2113152115"/>
                    </a:ext>
                  </a:extLst>
                </a:gridCol>
              </a:tblGrid>
              <a:tr h="4449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Research Topic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sz="2000" dirty="0"/>
                        <a:t>Source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249245"/>
                  </a:ext>
                </a:extLst>
              </a:tr>
              <a:tr h="896337">
                <a:tc>
                  <a:txBody>
                    <a:bodyPr/>
                    <a:lstStyle/>
                    <a:p>
                      <a:r>
                        <a:rPr lang="en-US" dirty="0"/>
                        <a:t>EV Growth Market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McKinsey Report 2023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914284"/>
                  </a:ext>
                </a:extLst>
              </a:tr>
              <a:tr h="896337">
                <a:tc>
                  <a:txBody>
                    <a:bodyPr/>
                    <a:lstStyle/>
                    <a:p>
                      <a:r>
                        <a:rPr lang="en-US" dirty="0"/>
                        <a:t>Charger Network Expansion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IEA Global EV Outlook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17948"/>
                  </a:ext>
                </a:extLst>
              </a:tr>
              <a:tr h="816030">
                <a:tc>
                  <a:txBody>
                    <a:bodyPr/>
                    <a:lstStyle/>
                    <a:p>
                      <a:r>
                        <a:rPr lang="en-US" dirty="0"/>
                        <a:t>Consumer Behavior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Deloitte Ev Survey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19955"/>
                  </a:ext>
                </a:extLst>
              </a:tr>
              <a:tr h="816030">
                <a:tc>
                  <a:txBody>
                    <a:bodyPr/>
                    <a:lstStyle/>
                    <a:p>
                      <a:r>
                        <a:rPr lang="en-US" dirty="0"/>
                        <a:t>Unified Payment Systems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PwC Fintech Study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25940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5B51FA4-415B-42CD-F4B5-A03722F90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503" y="1894731"/>
            <a:ext cx="3976819" cy="30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7699</TotalTime>
  <Words>263</Words>
  <Application>Microsoft Office PowerPoint</Application>
  <PresentationFormat>Widescreen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InFlux Charging ahead with seamless power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Naman Babbar</cp:lastModifiedBy>
  <cp:revision>156</cp:revision>
  <dcterms:created xsi:type="dcterms:W3CDTF">2013-12-12T18:46:50Z</dcterms:created>
  <dcterms:modified xsi:type="dcterms:W3CDTF">2024-09-15T12:58:10Z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2024-09-02T15:11:39Z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97be76ca-6bb3-42cd-8ac7-b6e33c6d26b1</vt:lpwstr>
  </property>
  <property fmtid="{D5CDD505-2E9C-101B-9397-08002B2CF9AE}" pid="8" name="MSIP_Label_e65487c9-99ed-4cbc-93a8-0e9b1796bde5_ContentBits">
    <vt:lpwstr>0</vt:lpwstr>
  </property>
</Properties>
</file>