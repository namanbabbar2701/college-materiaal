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emf" ContentType="image/x-emf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7"/>
  </p:notesMasterIdLst>
  <p:sldIdLst>
    <p:sldId id="256" r:id="rId2"/>
    <p:sldId id="257" r:id="rId3"/>
    <p:sldId id="1111" r:id="rId4"/>
    <p:sldId id="1004" r:id="rId5"/>
    <p:sldId id="1005" r:id="rId6"/>
    <p:sldId id="1001" r:id="rId7"/>
    <p:sldId id="1023" r:id="rId8"/>
    <p:sldId id="1134" r:id="rId9"/>
    <p:sldId id="1025" r:id="rId10"/>
    <p:sldId id="1026" r:id="rId11"/>
    <p:sldId id="1173" r:id="rId12"/>
    <p:sldId id="259" r:id="rId13"/>
    <p:sldId id="260" r:id="rId14"/>
    <p:sldId id="261" r:id="rId15"/>
    <p:sldId id="262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1352" r:id="rId25"/>
    <p:sldId id="1355" r:id="rId26"/>
    <p:sldId id="1353" r:id="rId27"/>
    <p:sldId id="1354" r:id="rId28"/>
    <p:sldId id="907" r:id="rId29"/>
    <p:sldId id="908" r:id="rId30"/>
    <p:sldId id="909" r:id="rId31"/>
    <p:sldId id="910" r:id="rId32"/>
    <p:sldId id="1351" r:id="rId33"/>
    <p:sldId id="953" r:id="rId34"/>
    <p:sldId id="1153" r:id="rId35"/>
    <p:sldId id="1154" r:id="rId36"/>
    <p:sldId id="1156" r:id="rId37"/>
    <p:sldId id="1348" r:id="rId38"/>
    <p:sldId id="1157" r:id="rId39"/>
    <p:sldId id="1158" r:id="rId40"/>
    <p:sldId id="1349" r:id="rId41"/>
    <p:sldId id="1350" r:id="rId42"/>
    <p:sldId id="272" r:id="rId43"/>
    <p:sldId id="1347" r:id="rId44"/>
    <p:sldId id="1159" r:id="rId45"/>
    <p:sldId id="295" r:id="rId4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-834" y="-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notesMaster" Target="notesMasters/notesMaster1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emf"/><Relationship Id="rId1" Type="http://schemas.openxmlformats.org/officeDocument/2006/relationships/image" Target="../media/image2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wmf"/></Relationships>
</file>

<file path=ppt/drawings/_rels/vmlDrawing4.vml.rels><?xml version="1.0" encoding="UTF-8" standalone="yes"?>
<Relationships xmlns="http://schemas.openxmlformats.org/package/2006/relationships"><Relationship Id="rId2" Type="http://schemas.openxmlformats.org/officeDocument/2006/relationships/image" Target="../media/image17.wmf"/><Relationship Id="rId1" Type="http://schemas.openxmlformats.org/officeDocument/2006/relationships/image" Target="../media/image16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wmf"/></Relationships>
</file>

<file path=ppt/drawings/_rels/vmlDrawing6.vml.rels><?xml version="1.0" encoding="UTF-8" standalone="yes"?>
<Relationships xmlns="http://schemas.openxmlformats.org/package/2006/relationships"><Relationship Id="rId2" Type="http://schemas.openxmlformats.org/officeDocument/2006/relationships/image" Target="../media/image19.wmf"/><Relationship Id="rId1" Type="http://schemas.openxmlformats.org/officeDocument/2006/relationships/image" Target="../media/image18.w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22.wmf"/><Relationship Id="rId2" Type="http://schemas.openxmlformats.org/officeDocument/2006/relationships/image" Target="../media/image21.wmf"/><Relationship Id="rId1" Type="http://schemas.openxmlformats.org/officeDocument/2006/relationships/image" Target="../media/image20.w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23.e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23.e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25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AD2F953-9EF1-4AA9-B281-99B86961D0DC}" type="datetimeFigureOut">
              <a:rPr lang="en-IN" smtClean="0"/>
              <a:t>18-06-2024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F1DF9B4-2A65-45D6-9845-C07F155EF0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65117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" name="Google Shape;84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="" xmlns:a16="http://schemas.microsoft.com/office/drawing/2014/main" id="{F09125B6-81E9-6167-B59D-7FF337BFE56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466EAF8-A20A-4BC2-AD6B-91B96BC357BD}" type="slidenum">
              <a:rPr lang="en-US" altLang="en-US"/>
              <a:pPr/>
              <a:t>3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="" xmlns:a16="http://schemas.microsoft.com/office/drawing/2014/main" id="{C7A51540-8F55-2891-C00D-F8F2ABF7448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A92C908-63A4-4575-B6C8-8E2BFAB32A20}" type="slidenum">
              <a:rPr lang="en-US" altLang="en-US"/>
              <a:pPr/>
              <a:t>4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="" xmlns:a16="http://schemas.microsoft.com/office/drawing/2014/main" id="{0CB8257A-283E-14CD-4A73-7101093DA3F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075A491-2D6C-40C0-834C-EABA7DD61C6D}" type="slidenum">
              <a:rPr lang="en-US" altLang="en-US"/>
              <a:pPr/>
              <a:t>5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="" xmlns:a16="http://schemas.microsoft.com/office/drawing/2014/main" id="{F2403DA7-A1B6-ED85-D4E3-7C1B31251E0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B015831-C967-43D3-B421-A31906C295FD}" type="slidenum">
              <a:rPr lang="en-US" altLang="en-US"/>
              <a:pPr/>
              <a:t>6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8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13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5" name="Google Shape;105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" name="Google Shape;145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" name="Google Shape;151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" name="Google Shape;182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" name="Google Shape;188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4" name="Google Shape;194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0" name="Google Shape;200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5" name="Google Shape;255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5" name="Google Shape;255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4517217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5" name="Google Shape;255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9576939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5" name="Google Shape;255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53890920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5" name="Google Shape;255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1091732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7">
            <a:extLst>
              <a:ext uri="{FF2B5EF4-FFF2-40B4-BE49-F238E27FC236}">
                <a16:creationId xmlns="" xmlns:a16="http://schemas.microsoft.com/office/drawing/2014/main" id="{903E1221-1385-C43F-4876-ECBDAC6D693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>
              <a:defRPr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1863">
              <a:defRPr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1863">
              <a:defRPr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1863">
              <a:defRPr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1863">
              <a:defRPr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3DDFF780-4C0B-4E81-980D-60BEC9BC80AD}" type="slidenum">
              <a:rPr lang="en-US" altLang="en-US">
                <a:latin typeface="Times New Roman" panose="02020603050405020304" pitchFamily="18" charset="0"/>
              </a:rPr>
              <a:pPr/>
              <a:t>28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0243" name="Rectangle 2">
            <a:extLst>
              <a:ext uri="{FF2B5EF4-FFF2-40B4-BE49-F238E27FC236}">
                <a16:creationId xmlns="" xmlns:a16="http://schemas.microsoft.com/office/drawing/2014/main" id="{84D7DF2F-F798-1B93-C69F-8D12FB7742D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41325" y="698500"/>
            <a:ext cx="6132513" cy="3451225"/>
          </a:xfrm>
          <a:ln w="12700" cap="flat">
            <a:solidFill>
              <a:schemeClr val="tx1"/>
            </a:solidFill>
          </a:ln>
        </p:spPr>
      </p:sp>
      <p:sp>
        <p:nvSpPr>
          <p:cNvPr id="10244" name="Rectangle 3">
            <a:extLst>
              <a:ext uri="{FF2B5EF4-FFF2-40B4-BE49-F238E27FC236}">
                <a16:creationId xmlns="" xmlns:a16="http://schemas.microsoft.com/office/drawing/2014/main" id="{2279E589-AEE6-6FCA-C322-02C56256ECA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35038" y="4387850"/>
            <a:ext cx="5140325" cy="41576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7348" tIns="43673" rIns="87348" bIns="43673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7">
            <a:extLst>
              <a:ext uri="{FF2B5EF4-FFF2-40B4-BE49-F238E27FC236}">
                <a16:creationId xmlns="" xmlns:a16="http://schemas.microsoft.com/office/drawing/2014/main" id="{28C7C12A-DE32-CDB5-0432-04CDB122C1F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>
              <a:defRPr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1863">
              <a:defRPr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1863">
              <a:defRPr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1863">
              <a:defRPr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1863">
              <a:defRPr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6036085C-2215-49AF-8404-91735557BE0B}" type="slidenum">
              <a:rPr lang="en-US" altLang="en-US">
                <a:latin typeface="Times New Roman" panose="02020603050405020304" pitchFamily="18" charset="0"/>
              </a:rPr>
              <a:pPr/>
              <a:t>29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2291" name="Rectangle 2">
            <a:extLst>
              <a:ext uri="{FF2B5EF4-FFF2-40B4-BE49-F238E27FC236}">
                <a16:creationId xmlns="" xmlns:a16="http://schemas.microsoft.com/office/drawing/2014/main" id="{12955691-A032-72EF-2341-C28F1DF2A7B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2292" name="Rectangle 3">
            <a:extLst>
              <a:ext uri="{FF2B5EF4-FFF2-40B4-BE49-F238E27FC236}">
                <a16:creationId xmlns="" xmlns:a16="http://schemas.microsoft.com/office/drawing/2014/main" id="{B011C528-B45D-D354-76E8-8F91102FB7B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7">
            <a:extLst>
              <a:ext uri="{FF2B5EF4-FFF2-40B4-BE49-F238E27FC236}">
                <a16:creationId xmlns="" xmlns:a16="http://schemas.microsoft.com/office/drawing/2014/main" id="{B691EFA3-D82D-62D4-527A-859280D00BF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>
              <a:defRPr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1863">
              <a:defRPr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1863">
              <a:defRPr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1863">
              <a:defRPr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1863">
              <a:defRPr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A5D3DC01-A84E-45CE-BB5F-F2A2BD40453A}" type="slidenum">
              <a:rPr lang="en-US" altLang="en-US">
                <a:latin typeface="Times New Roman" panose="02020603050405020304" pitchFamily="18" charset="0"/>
              </a:rPr>
              <a:pPr/>
              <a:t>30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4339" name="Rectangle 2">
            <a:extLst>
              <a:ext uri="{FF2B5EF4-FFF2-40B4-BE49-F238E27FC236}">
                <a16:creationId xmlns="" xmlns:a16="http://schemas.microsoft.com/office/drawing/2014/main" id="{4D4113A0-16F5-1063-77C0-3BE531ADE0E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4340" name="Rectangle 3">
            <a:extLst>
              <a:ext uri="{FF2B5EF4-FFF2-40B4-BE49-F238E27FC236}">
                <a16:creationId xmlns="" xmlns:a16="http://schemas.microsoft.com/office/drawing/2014/main" id="{27E521A4-1CE4-B426-09F4-24919CA9BFE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7">
            <a:extLst>
              <a:ext uri="{FF2B5EF4-FFF2-40B4-BE49-F238E27FC236}">
                <a16:creationId xmlns="" xmlns:a16="http://schemas.microsoft.com/office/drawing/2014/main" id="{40AB0FB0-FF20-B3D0-1FDB-C50BC795D8F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>
              <a:defRPr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1863">
              <a:defRPr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1863">
              <a:defRPr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1863">
              <a:defRPr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1863">
              <a:defRPr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6B61F52D-4DAF-4353-805A-00986694BE39}" type="slidenum">
              <a:rPr lang="en-US" altLang="en-US">
                <a:latin typeface="Times New Roman" panose="02020603050405020304" pitchFamily="18" charset="0"/>
              </a:rPr>
              <a:pPr/>
              <a:t>31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6387" name="Rectangle 2">
            <a:extLst>
              <a:ext uri="{FF2B5EF4-FFF2-40B4-BE49-F238E27FC236}">
                <a16:creationId xmlns="" xmlns:a16="http://schemas.microsoft.com/office/drawing/2014/main" id="{C47AEC6F-8680-25C6-2108-9B2CB62A69D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16388" name="Rectangle 3">
            <a:extLst>
              <a:ext uri="{FF2B5EF4-FFF2-40B4-BE49-F238E27FC236}">
                <a16:creationId xmlns="" xmlns:a16="http://schemas.microsoft.com/office/drawing/2014/main" id="{C644E9EC-6B4E-3743-2762-238C490123E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5" name="Google Shape;255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84423345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7">
            <a:extLst>
              <a:ext uri="{FF2B5EF4-FFF2-40B4-BE49-F238E27FC236}">
                <a16:creationId xmlns="" xmlns:a16="http://schemas.microsoft.com/office/drawing/2014/main" id="{25DD5789-5791-5A4E-A77E-1B7735C11C9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>
              <a:defRPr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1863">
              <a:defRPr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1863">
              <a:defRPr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1863">
              <a:defRPr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1863">
              <a:defRPr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0BC9A8F8-066C-42B9-89BF-997D0EE2438D}" type="slidenum">
              <a:rPr lang="en-US" altLang="en-US">
                <a:latin typeface="Times New Roman" panose="02020603050405020304" pitchFamily="18" charset="0"/>
              </a:rPr>
              <a:pPr/>
              <a:t>33</a:t>
            </a:fld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>
            <a:extLst>
              <a:ext uri="{FF2B5EF4-FFF2-40B4-BE49-F238E27FC236}">
                <a16:creationId xmlns="" xmlns:a16="http://schemas.microsoft.com/office/drawing/2014/main" id="{B153FB98-5F70-7C23-2EA8-A9139295702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>
              <a:defRPr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1863">
              <a:defRPr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1863">
              <a:defRPr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1863">
              <a:defRPr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1863">
              <a:defRPr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ECD406A3-6ECD-41E8-84E4-EDBDE2075C46}" type="slidenum">
              <a:rPr lang="en-US" altLang="en-US">
                <a:latin typeface="Times New Roman" panose="02020603050405020304" pitchFamily="18" charset="0"/>
              </a:rPr>
              <a:pPr/>
              <a:t>34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6867" name="Rectangle 2">
            <a:extLst>
              <a:ext uri="{FF2B5EF4-FFF2-40B4-BE49-F238E27FC236}">
                <a16:creationId xmlns="" xmlns:a16="http://schemas.microsoft.com/office/drawing/2014/main" id="{582C1540-7B9A-872E-85A2-2D2DC6DB7DC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36868" name="Rectangle 3">
            <a:extLst>
              <a:ext uri="{FF2B5EF4-FFF2-40B4-BE49-F238E27FC236}">
                <a16:creationId xmlns="" xmlns:a16="http://schemas.microsoft.com/office/drawing/2014/main" id="{2A58FD93-33DC-35A4-336A-877B66BEB25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7">
            <a:extLst>
              <a:ext uri="{FF2B5EF4-FFF2-40B4-BE49-F238E27FC236}">
                <a16:creationId xmlns="" xmlns:a16="http://schemas.microsoft.com/office/drawing/2014/main" id="{52E27186-A602-96DF-35A2-540A55FD8AA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>
              <a:defRPr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1863">
              <a:defRPr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1863">
              <a:defRPr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1863">
              <a:defRPr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1863">
              <a:defRPr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2A216D97-46D1-487F-8C88-66D80ADDB68E}" type="slidenum">
              <a:rPr lang="en-US" altLang="en-US">
                <a:latin typeface="Times New Roman" panose="02020603050405020304" pitchFamily="18" charset="0"/>
              </a:rPr>
              <a:pPr/>
              <a:t>35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8915" name="Rectangle 2">
            <a:extLst>
              <a:ext uri="{FF2B5EF4-FFF2-40B4-BE49-F238E27FC236}">
                <a16:creationId xmlns="" xmlns:a16="http://schemas.microsoft.com/office/drawing/2014/main" id="{5E74DDCC-3105-6C6A-CBF7-66100CA28F4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38916" name="Rectangle 3">
            <a:extLst>
              <a:ext uri="{FF2B5EF4-FFF2-40B4-BE49-F238E27FC236}">
                <a16:creationId xmlns="" xmlns:a16="http://schemas.microsoft.com/office/drawing/2014/main" id="{44A0E61D-16FD-D98C-BA66-869CF618BB8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7">
            <a:extLst>
              <a:ext uri="{FF2B5EF4-FFF2-40B4-BE49-F238E27FC236}">
                <a16:creationId xmlns="" xmlns:a16="http://schemas.microsoft.com/office/drawing/2014/main" id="{355C2C14-ECC8-444B-3167-A8BB4127486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>
              <a:defRPr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1863">
              <a:defRPr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1863">
              <a:defRPr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1863">
              <a:defRPr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1863">
              <a:defRPr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3FCAEFD6-05C7-491A-B3A2-25A80C2421BC}" type="slidenum">
              <a:rPr lang="en-US" altLang="en-US">
                <a:latin typeface="Times New Roman" panose="02020603050405020304" pitchFamily="18" charset="0"/>
              </a:rPr>
              <a:pPr/>
              <a:t>36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40963" name="Rectangle 2">
            <a:extLst>
              <a:ext uri="{FF2B5EF4-FFF2-40B4-BE49-F238E27FC236}">
                <a16:creationId xmlns="" xmlns:a16="http://schemas.microsoft.com/office/drawing/2014/main" id="{03DF48F3-FD3F-BD8B-2119-74E22B4F833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40964" name="Rectangle 3">
            <a:extLst>
              <a:ext uri="{FF2B5EF4-FFF2-40B4-BE49-F238E27FC236}">
                <a16:creationId xmlns="" xmlns:a16="http://schemas.microsoft.com/office/drawing/2014/main" id="{47527BDB-D925-CB0C-171E-21726E31EC9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7">
            <a:extLst>
              <a:ext uri="{FF2B5EF4-FFF2-40B4-BE49-F238E27FC236}">
                <a16:creationId xmlns="" xmlns:a16="http://schemas.microsoft.com/office/drawing/2014/main" id="{09AF8813-EDFA-24B2-AC58-BCFF22E80D7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>
              <a:defRPr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1863">
              <a:defRPr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1863">
              <a:defRPr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1863">
              <a:defRPr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1863">
              <a:defRPr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FDFCB95F-86BC-42FD-AECB-79575F87E4F0}" type="slidenum">
              <a:rPr lang="en-US" altLang="en-US">
                <a:latin typeface="Times New Roman" panose="02020603050405020304" pitchFamily="18" charset="0"/>
              </a:rPr>
              <a:pPr/>
              <a:t>37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43011" name="Rectangle 2">
            <a:extLst>
              <a:ext uri="{FF2B5EF4-FFF2-40B4-BE49-F238E27FC236}">
                <a16:creationId xmlns="" xmlns:a16="http://schemas.microsoft.com/office/drawing/2014/main" id="{0E6ED98F-CF2C-E3BB-BF9F-2698F2276E1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43012" name="Rectangle 3">
            <a:extLst>
              <a:ext uri="{FF2B5EF4-FFF2-40B4-BE49-F238E27FC236}">
                <a16:creationId xmlns="" xmlns:a16="http://schemas.microsoft.com/office/drawing/2014/main" id="{3667593E-19BE-23AE-2991-8721611EB0B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7">
            <a:extLst>
              <a:ext uri="{FF2B5EF4-FFF2-40B4-BE49-F238E27FC236}">
                <a16:creationId xmlns="" xmlns:a16="http://schemas.microsoft.com/office/drawing/2014/main" id="{A1DA4929-67CE-CAC6-3CE4-B8B0F6B91F5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>
              <a:defRPr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1863">
              <a:defRPr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1863">
              <a:defRPr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1863">
              <a:defRPr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1863">
              <a:defRPr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7F252D57-153D-4C2C-A9C3-0A84161DB284}" type="slidenum">
              <a:rPr lang="en-US" altLang="en-US">
                <a:latin typeface="Times New Roman" panose="02020603050405020304" pitchFamily="18" charset="0"/>
              </a:rPr>
              <a:pPr/>
              <a:t>38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45059" name="Rectangle 2">
            <a:extLst>
              <a:ext uri="{FF2B5EF4-FFF2-40B4-BE49-F238E27FC236}">
                <a16:creationId xmlns="" xmlns:a16="http://schemas.microsoft.com/office/drawing/2014/main" id="{118BD9D4-4524-FE0A-BA42-A5DAF66241B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45060" name="Rectangle 3">
            <a:extLst>
              <a:ext uri="{FF2B5EF4-FFF2-40B4-BE49-F238E27FC236}">
                <a16:creationId xmlns="" xmlns:a16="http://schemas.microsoft.com/office/drawing/2014/main" id="{143A7C46-65C8-F6B3-080A-77BD1E3A929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7">
            <a:extLst>
              <a:ext uri="{FF2B5EF4-FFF2-40B4-BE49-F238E27FC236}">
                <a16:creationId xmlns="" xmlns:a16="http://schemas.microsoft.com/office/drawing/2014/main" id="{B5B7F2E8-0619-D1ED-86A5-E0E85A60AEB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>
              <a:defRPr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1863">
              <a:defRPr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1863">
              <a:defRPr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1863">
              <a:defRPr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1863">
              <a:defRPr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F58E4FD9-761A-4C02-ABF9-3E94D59414ED}" type="slidenum">
              <a:rPr lang="en-US" altLang="en-US">
                <a:latin typeface="Times New Roman" panose="02020603050405020304" pitchFamily="18" charset="0"/>
              </a:rPr>
              <a:pPr/>
              <a:t>39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47107" name="Rectangle 2">
            <a:extLst>
              <a:ext uri="{FF2B5EF4-FFF2-40B4-BE49-F238E27FC236}">
                <a16:creationId xmlns="" xmlns:a16="http://schemas.microsoft.com/office/drawing/2014/main" id="{CF12270C-E2C1-1D7E-A402-4B47711AC4A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47108" name="Rectangle 3">
            <a:extLst>
              <a:ext uri="{FF2B5EF4-FFF2-40B4-BE49-F238E27FC236}">
                <a16:creationId xmlns="" xmlns:a16="http://schemas.microsoft.com/office/drawing/2014/main" id="{E9555BC5-B7D2-BE00-718B-43A4F09564C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Google Shape;253;p15:notes">
            <a:extLst>
              <a:ext uri="{FF2B5EF4-FFF2-40B4-BE49-F238E27FC236}">
                <a16:creationId xmlns="" xmlns:a16="http://schemas.microsoft.com/office/drawing/2014/main" id="{FD0DEB6A-6818-2648-4B46-ABCF9BB584D2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150" tIns="46575" rIns="93150" bIns="46575"/>
          <a:lstStyle/>
          <a:p>
            <a:pPr>
              <a:spcBef>
                <a:spcPct val="0"/>
              </a:spcBef>
            </a:pPr>
            <a:endParaRPr lang="en-US" altLang="en-US"/>
          </a:p>
        </p:txBody>
      </p:sp>
      <p:sp>
        <p:nvSpPr>
          <p:cNvPr id="49155" name="Google Shape;254;p15:notes">
            <a:extLst>
              <a:ext uri="{FF2B5EF4-FFF2-40B4-BE49-F238E27FC236}">
                <a16:creationId xmlns="" xmlns:a16="http://schemas.microsoft.com/office/drawing/2014/main" id="{A00BBD32-26F2-E97B-8904-4A901AA0FA95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>
              <a:gd name="T0" fmla="*/ 0 w 120000"/>
              <a:gd name="T1" fmla="*/ 0 h 120000"/>
              <a:gd name="T2" fmla="*/ 120000 w 120000"/>
              <a:gd name="T3" fmla="*/ 0 h 120000"/>
              <a:gd name="T4" fmla="*/ 120000 w 120000"/>
              <a:gd name="T5" fmla="*/ 120000 h 120000"/>
              <a:gd name="T6" fmla="*/ 0 w 120000"/>
              <a:gd name="T7" fmla="*/ 120000 h 120000"/>
              <a:gd name="T8" fmla="*/ 0 w 120000"/>
              <a:gd name="T9" fmla="*/ 0 h 1200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lnTo>
                  <a:pt x="0" y="0"/>
                </a:lnTo>
                <a:close/>
              </a:path>
            </a:pathLst>
          </a:custGeom>
          <a:noFill/>
          <a:ln>
            <a:round/>
          </a:ln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Google Shape;261;p16:notes">
            <a:extLst>
              <a:ext uri="{FF2B5EF4-FFF2-40B4-BE49-F238E27FC236}">
                <a16:creationId xmlns="" xmlns:a16="http://schemas.microsoft.com/office/drawing/2014/main" id="{DAABBF63-77A6-2908-C829-71DC8CCE0F60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150" tIns="46575" rIns="93150" bIns="46575"/>
          <a:lstStyle/>
          <a:p>
            <a:pPr>
              <a:spcBef>
                <a:spcPct val="0"/>
              </a:spcBef>
            </a:pPr>
            <a:endParaRPr lang="en-US" altLang="en-US"/>
          </a:p>
        </p:txBody>
      </p:sp>
      <p:sp>
        <p:nvSpPr>
          <p:cNvPr id="51203" name="Google Shape;262;p16:notes">
            <a:extLst>
              <a:ext uri="{FF2B5EF4-FFF2-40B4-BE49-F238E27FC236}">
                <a16:creationId xmlns="" xmlns:a16="http://schemas.microsoft.com/office/drawing/2014/main" id="{E3C0B6AC-47FA-D43F-2EE8-14A119B7E7BD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>
              <a:gd name="T0" fmla="*/ 0 w 120000"/>
              <a:gd name="T1" fmla="*/ 0 h 120000"/>
              <a:gd name="T2" fmla="*/ 120000 w 120000"/>
              <a:gd name="T3" fmla="*/ 0 h 120000"/>
              <a:gd name="T4" fmla="*/ 120000 w 120000"/>
              <a:gd name="T5" fmla="*/ 120000 h 120000"/>
              <a:gd name="T6" fmla="*/ 0 w 120000"/>
              <a:gd name="T7" fmla="*/ 120000 h 120000"/>
              <a:gd name="T8" fmla="*/ 0 w 120000"/>
              <a:gd name="T9" fmla="*/ 0 h 1200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lnTo>
                  <a:pt x="0" y="0"/>
                </a:lnTo>
                <a:close/>
              </a:path>
            </a:pathLst>
          </a:custGeom>
          <a:noFill/>
          <a:ln>
            <a:round/>
          </a:ln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Google Shape;278;p17:notes">
            <a:extLst>
              <a:ext uri="{FF2B5EF4-FFF2-40B4-BE49-F238E27FC236}">
                <a16:creationId xmlns="" xmlns:a16="http://schemas.microsoft.com/office/drawing/2014/main" id="{EFC966E3-BCBE-9EC7-EA7D-ED33AAB3C43D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150" tIns="46575" rIns="93150" bIns="46575"/>
          <a:lstStyle/>
          <a:p>
            <a:pPr>
              <a:spcBef>
                <a:spcPct val="0"/>
              </a:spcBef>
            </a:pPr>
            <a:endParaRPr lang="en-US" altLang="en-US"/>
          </a:p>
        </p:txBody>
      </p:sp>
      <p:sp>
        <p:nvSpPr>
          <p:cNvPr id="53251" name="Google Shape;279;p17:notes">
            <a:extLst>
              <a:ext uri="{FF2B5EF4-FFF2-40B4-BE49-F238E27FC236}">
                <a16:creationId xmlns="" xmlns:a16="http://schemas.microsoft.com/office/drawing/2014/main" id="{5A48B6E5-EF6B-121E-165F-B13F9F535440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>
              <a:gd name="T0" fmla="*/ 0 w 120000"/>
              <a:gd name="T1" fmla="*/ 0 h 120000"/>
              <a:gd name="T2" fmla="*/ 120000 w 120000"/>
              <a:gd name="T3" fmla="*/ 0 h 120000"/>
              <a:gd name="T4" fmla="*/ 120000 w 120000"/>
              <a:gd name="T5" fmla="*/ 120000 h 120000"/>
              <a:gd name="T6" fmla="*/ 0 w 120000"/>
              <a:gd name="T7" fmla="*/ 120000 h 120000"/>
              <a:gd name="T8" fmla="*/ 0 w 120000"/>
              <a:gd name="T9" fmla="*/ 0 h 1200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lnTo>
                  <a:pt x="0" y="0"/>
                </a:lnTo>
                <a:close/>
              </a:path>
            </a:pathLst>
          </a:custGeom>
          <a:noFill/>
          <a:ln>
            <a:round/>
          </a:ln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7">
            <a:extLst>
              <a:ext uri="{FF2B5EF4-FFF2-40B4-BE49-F238E27FC236}">
                <a16:creationId xmlns="" xmlns:a16="http://schemas.microsoft.com/office/drawing/2014/main" id="{57AA6457-6B9B-3FC6-7A7E-30A2DB2DD1C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>
              <a:defRPr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1863">
              <a:defRPr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1863">
              <a:defRPr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1863">
              <a:defRPr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1863">
              <a:defRPr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55EA87D6-5603-465E-903B-639DD2135FFF}" type="slidenum">
              <a:rPr lang="en-US" altLang="en-US">
                <a:latin typeface="Times New Roman" panose="02020603050405020304" pitchFamily="18" charset="0"/>
              </a:rPr>
              <a:pPr/>
              <a:t>43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55299" name="Rectangle 2">
            <a:extLst>
              <a:ext uri="{FF2B5EF4-FFF2-40B4-BE49-F238E27FC236}">
                <a16:creationId xmlns="" xmlns:a16="http://schemas.microsoft.com/office/drawing/2014/main" id="{4EA1F2B7-035E-FD24-41FB-BE2FF285C2E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55300" name="Rectangle 3">
            <a:extLst>
              <a:ext uri="{FF2B5EF4-FFF2-40B4-BE49-F238E27FC236}">
                <a16:creationId xmlns="" xmlns:a16="http://schemas.microsoft.com/office/drawing/2014/main" id="{EC01AB33-9E84-5AA1-1EFE-5625148CA56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7">
            <a:extLst>
              <a:ext uri="{FF2B5EF4-FFF2-40B4-BE49-F238E27FC236}">
                <a16:creationId xmlns="" xmlns:a16="http://schemas.microsoft.com/office/drawing/2014/main" id="{B542D5A1-F235-C8F8-7F81-07D29E8380A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>
              <a:defRPr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1863">
              <a:defRPr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1863">
              <a:defRPr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1863">
              <a:defRPr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1863">
              <a:defRPr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18A54392-3773-4375-8418-484099F1C39D}" type="slidenum">
              <a:rPr lang="en-US" altLang="en-US">
                <a:latin typeface="Times New Roman" panose="02020603050405020304" pitchFamily="18" charset="0"/>
              </a:rPr>
              <a:pPr/>
              <a:t>44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57347" name="Rectangle 2">
            <a:extLst>
              <a:ext uri="{FF2B5EF4-FFF2-40B4-BE49-F238E27FC236}">
                <a16:creationId xmlns="" xmlns:a16="http://schemas.microsoft.com/office/drawing/2014/main" id="{3A4550E9-F059-EB5B-F03C-604DE1883DE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57348" name="Rectangle 3">
            <a:extLst>
              <a:ext uri="{FF2B5EF4-FFF2-40B4-BE49-F238E27FC236}">
                <a16:creationId xmlns="" xmlns:a16="http://schemas.microsoft.com/office/drawing/2014/main" id="{218798D0-B8B6-77BE-2CC6-EFE813ABA52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7">
            <a:extLst>
              <a:ext uri="{FF2B5EF4-FFF2-40B4-BE49-F238E27FC236}">
                <a16:creationId xmlns="" xmlns:a16="http://schemas.microsoft.com/office/drawing/2014/main" id="{151C4AB9-1CBE-02D6-8561-09BE9667668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3186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3186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3186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31863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</a:pPr>
            <a:fld id="{40385C4D-577B-4479-9D66-B02589D520ED}" type="slidenum">
              <a:rPr lang="en-US" altLang="en-US"/>
              <a:pPr eaLnBrk="1" hangingPunct="1">
                <a:spcBef>
                  <a:spcPct val="0"/>
                </a:spcBef>
              </a:pPr>
              <a:t>45</a:t>
            </a:fld>
            <a:endParaRPr lang="en-US" altLang="en-US"/>
          </a:p>
        </p:txBody>
      </p:sp>
      <p:sp>
        <p:nvSpPr>
          <p:cNvPr id="59395" name="Rectangle 2">
            <a:extLst>
              <a:ext uri="{FF2B5EF4-FFF2-40B4-BE49-F238E27FC236}">
                <a16:creationId xmlns="" xmlns:a16="http://schemas.microsoft.com/office/drawing/2014/main" id="{83095508-6B91-2D6C-EA93-F976E4F39E1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59396" name="Rectangle 3">
            <a:extLst>
              <a:ext uri="{FF2B5EF4-FFF2-40B4-BE49-F238E27FC236}">
                <a16:creationId xmlns="" xmlns:a16="http://schemas.microsoft.com/office/drawing/2014/main" id="{0BF703B3-6D2A-2B68-9116-F6C6DE2EF21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085FCBDF-0253-47F5-9A29-63E0C69240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9E216FDB-F6BA-A289-171D-286F8C36EBE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2C9E322B-AA2E-7636-0437-2D07126419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F3AAF6-3AA3-4501-9C4D-08AED8989E50}" type="datetimeFigureOut">
              <a:rPr lang="en-IN" smtClean="0"/>
              <a:t>18-06-2024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C897EBE8-4DC0-CAB7-EF3E-8DBEE4E735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4346BAD1-DDFA-53A0-6019-66F455AF2B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E962F8-A45C-4E0C-81B5-0D93A490E8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20377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FFF2DC6D-4584-5014-A381-A09EBA72FA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542D478B-FE63-C484-9373-95ACC0A56C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3B62DC8B-759E-549E-701A-B5CB189A86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F3AAF6-3AA3-4501-9C4D-08AED8989E50}" type="datetimeFigureOut">
              <a:rPr lang="en-IN" smtClean="0"/>
              <a:t>18-06-2024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4EFD441D-5448-154F-6BB1-FC2C9528CE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A4836689-FB5C-8CD5-D7DD-59E8713AE6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E962F8-A45C-4E0C-81B5-0D93A490E8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87633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5C28F36A-B69B-1A92-A6A4-BCBAA0EAB9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30057349-B15E-B75A-40B7-31D8D19C71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2CDFF659-589A-2B83-38C2-9C9176BD73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F3AAF6-3AA3-4501-9C4D-08AED8989E50}" type="datetimeFigureOut">
              <a:rPr lang="en-IN" smtClean="0"/>
              <a:t>18-06-2024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7FF5EA34-57CF-141B-EF8D-F0C6C64F1A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60CB9845-4B82-0BE8-A14C-78382F7975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E962F8-A45C-4E0C-81B5-0D93A490E8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860052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AC074DA2-4B5A-48D0-95E0-91DFE80B06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F0A53E33-D52B-7253-D3B3-FFE95F65921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9FCE6343-806B-EDD4-B42B-CABB082CAF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F2F0600A-7D3F-61E0-409C-06750DB2E2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F3AAF6-3AA3-4501-9C4D-08AED8989E50}" type="datetimeFigureOut">
              <a:rPr lang="en-IN" smtClean="0"/>
              <a:t>18-06-2024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311B73F9-EBAB-99B1-E8B4-2AFBC65EF2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7CB236F5-DF97-1C86-4E8E-B74D790DAC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E962F8-A45C-4E0C-81B5-0D93A490E8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079493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357C9F51-EE6E-47BB-EA65-C7D5BED15B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5B1A539F-92C0-5E57-DED9-0D67661332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4E58E94D-D18B-8C60-0DE4-07D10991B4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="" xmlns:a16="http://schemas.microsoft.com/office/drawing/2014/main" id="{A7A8D63A-397C-5C18-5CFE-8597B5E2F9A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="" xmlns:a16="http://schemas.microsoft.com/office/drawing/2014/main" id="{10F0A193-8297-68A1-206A-907F26A3A7A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="" xmlns:a16="http://schemas.microsoft.com/office/drawing/2014/main" id="{76F75C5D-3BB6-F01A-251F-964E7DACDC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F3AAF6-3AA3-4501-9C4D-08AED8989E50}" type="datetimeFigureOut">
              <a:rPr lang="en-IN" smtClean="0"/>
              <a:t>18-06-2024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="" xmlns:a16="http://schemas.microsoft.com/office/drawing/2014/main" id="{324BF661-2559-ECD9-9EE5-45A7527FAA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="" xmlns:a16="http://schemas.microsoft.com/office/drawing/2014/main" id="{A978108C-D366-E6B6-791A-40AA934C18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E962F8-A45C-4E0C-81B5-0D93A490E8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070825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7E0C730C-E007-73CD-489E-9E78B5F743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9AC4D941-731C-8302-99E1-71D69423DB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F3AAF6-3AA3-4501-9C4D-08AED8989E50}" type="datetimeFigureOut">
              <a:rPr lang="en-IN" smtClean="0"/>
              <a:t>18-06-2024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D066813A-0DE4-E6C8-BBC6-0220A85EBD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20748310-11AF-AA7B-1344-0F07B09A61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E962F8-A45C-4E0C-81B5-0D93A490E8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976967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="" xmlns:a16="http://schemas.microsoft.com/office/drawing/2014/main" id="{DEFD3CD4-3113-6A83-BA31-3729741C33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F3AAF6-3AA3-4501-9C4D-08AED8989E50}" type="datetimeFigureOut">
              <a:rPr lang="en-IN" smtClean="0"/>
              <a:t>18-06-2024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="" xmlns:a16="http://schemas.microsoft.com/office/drawing/2014/main" id="{1B6208FC-9CD1-3F85-032A-A073CEDCD0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C7DCA56D-81EF-1BC7-1858-F438550DB4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E962F8-A45C-4E0C-81B5-0D93A490E8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079525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651A1F86-A307-F374-F5B6-367219FD3B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40B4E896-DBDE-12D2-E9E3-DFA5D8D9D7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2103AD36-DAEC-1299-0364-ED818424BB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D464E7DB-EA02-F3E5-EFA4-E1750D51E4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F3AAF6-3AA3-4501-9C4D-08AED8989E50}" type="datetimeFigureOut">
              <a:rPr lang="en-IN" smtClean="0"/>
              <a:t>18-06-2024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B6ABDBAD-8625-DFAC-E41F-967B9E6135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43A21008-EF5B-2871-601E-DBEA17112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E962F8-A45C-4E0C-81B5-0D93A490E8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64776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75782DFB-0B0D-F406-633F-F51204B672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="" xmlns:a16="http://schemas.microsoft.com/office/drawing/2014/main" id="{9C1B5E60-2D08-E993-8107-AAC055598D2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C69FFA42-D212-C652-06B7-3FA7462693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62E632D6-FFEE-A04A-C698-30912E3EE0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F3AAF6-3AA3-4501-9C4D-08AED8989E50}" type="datetimeFigureOut">
              <a:rPr lang="en-IN" smtClean="0"/>
              <a:t>18-06-2024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F782E5F0-D39F-76A3-39A4-06D20BBD19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AB10C305-8004-9452-3210-A0AC7C3139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E962F8-A45C-4E0C-81B5-0D93A490E8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83072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100C80EC-6F88-6B02-1D97-0E56D5E544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="" xmlns:a16="http://schemas.microsoft.com/office/drawing/2014/main" id="{570188D1-5712-B1C0-BC71-BB5F49D66E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3C75266D-E453-AE08-47E2-75EC1FBA84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F3AAF6-3AA3-4501-9C4D-08AED8989E50}" type="datetimeFigureOut">
              <a:rPr lang="en-IN" smtClean="0"/>
              <a:t>18-06-2024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2F6BFF9C-B76C-38F6-F97A-4AC69BBF5D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7076EE0B-AB2D-4E02-7FCA-0591CABEE0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E962F8-A45C-4E0C-81B5-0D93A490E8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52036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="" xmlns:a16="http://schemas.microsoft.com/office/drawing/2014/main" id="{7F6C7BDD-C28E-EC0D-CDD9-3AB523DC21C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="" xmlns:a16="http://schemas.microsoft.com/office/drawing/2014/main" id="{419C1B60-1A0A-59D8-6AAE-713BA404FD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6828B064-A594-F771-204B-77C389DE39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F3AAF6-3AA3-4501-9C4D-08AED8989E50}" type="datetimeFigureOut">
              <a:rPr lang="en-IN" smtClean="0"/>
              <a:t>18-06-2024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134ADE26-58B9-EE53-218A-1DA46CFF4C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681E3D27-5E88-EC7F-B96E-DA2FC29968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E962F8-A45C-4E0C-81B5-0D93A490E8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237180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6400" y="381000"/>
            <a:ext cx="11203517" cy="6096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06400" y="1371600"/>
            <a:ext cx="5537200" cy="5105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6146800" y="1371600"/>
            <a:ext cx="5537200" cy="24765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6146800" y="4000500"/>
            <a:ext cx="5537200" cy="24765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Rectangle 2061">
            <a:extLst>
              <a:ext uri="{FF2B5EF4-FFF2-40B4-BE49-F238E27FC236}">
                <a16:creationId xmlns="" xmlns:a16="http://schemas.microsoft.com/office/drawing/2014/main" id="{45FA0DDC-5BE4-3527-6A9B-E1961BF0941E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E34846A-344A-45EB-B358-EDDC27190A6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40135383"/>
      </p:ext>
    </p:extLst>
  </p:cSld>
  <p:clrMapOvr>
    <a:masterClrMapping/>
  </p:clrMapOvr>
  <p:transition>
    <p:zoom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6400" y="381000"/>
            <a:ext cx="11203517" cy="6096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06400" y="1371600"/>
            <a:ext cx="5537200" cy="5105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46800" y="1371600"/>
            <a:ext cx="5537200" cy="5105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2061">
            <a:extLst>
              <a:ext uri="{FF2B5EF4-FFF2-40B4-BE49-F238E27FC236}">
                <a16:creationId xmlns="" xmlns:a16="http://schemas.microsoft.com/office/drawing/2014/main" id="{DA62ED5C-DFF6-C9D0-98C2-4B3FB59331A1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27F12B7-9961-498D-AF2E-EEB39302FFC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67522425"/>
      </p:ext>
    </p:extLst>
  </p:cSld>
  <p:clrMapOvr>
    <a:masterClrMapping/>
  </p:clrMapOvr>
  <p:transition>
    <p:zoom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="" xmlns:a16="http://schemas.microsoft.com/office/drawing/2014/main" id="{19AC97DD-022B-D89E-F30B-A5475DC79E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DE5DA338-F50A-3EA6-0F73-EE68D47860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ABE4BEBC-7B6B-54E9-E5FC-3C087C66585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F3AAF6-3AA3-4501-9C4D-08AED8989E50}" type="datetimeFigureOut">
              <a:rPr lang="en-IN" smtClean="0"/>
              <a:t>18-06-2024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1FB17F34-E1EE-98D7-4190-4E2F0526333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02377842-8513-D217-44ED-30B33D61423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E962F8-A45C-4E0C-81B5-0D93A490E8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57691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e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3.e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2.emf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5.xml"/><Relationship Id="rId7" Type="http://schemas.openxmlformats.org/officeDocument/2006/relationships/image" Target="../media/image10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8.wmf"/><Relationship Id="rId5" Type="http://schemas.openxmlformats.org/officeDocument/2006/relationships/oleObject" Target="../embeddings/oleObject4.bin"/><Relationship Id="rId4" Type="http://schemas.openxmlformats.org/officeDocument/2006/relationships/image" Target="../media/image9.wmf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wmf"/><Relationship Id="rId3" Type="http://schemas.openxmlformats.org/officeDocument/2006/relationships/notesSlide" Target="../notesSlides/notesSlide26.xml"/><Relationship Id="rId7" Type="http://schemas.openxmlformats.org/officeDocument/2006/relationships/image" Target="../media/image11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5.bin"/><Relationship Id="rId5" Type="http://schemas.openxmlformats.org/officeDocument/2006/relationships/image" Target="../media/image13.wmf"/><Relationship Id="rId4" Type="http://schemas.openxmlformats.org/officeDocument/2006/relationships/image" Target="../media/image12.wmf"/><Relationship Id="rId9" Type="http://schemas.openxmlformats.org/officeDocument/2006/relationships/image" Target="../media/image15.wmf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9.xml"/><Relationship Id="rId7" Type="http://schemas.openxmlformats.org/officeDocument/2006/relationships/image" Target="../media/image17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6" Type="http://schemas.openxmlformats.org/officeDocument/2006/relationships/oleObject" Target="../embeddings/oleObject7.bin"/><Relationship Id="rId5" Type="http://schemas.openxmlformats.org/officeDocument/2006/relationships/image" Target="../media/image16.wmf"/><Relationship Id="rId4" Type="http://schemas.openxmlformats.org/officeDocument/2006/relationships/oleObject" Target="../embeddings/oleObject6.bin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0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5" Type="http://schemas.openxmlformats.org/officeDocument/2006/relationships/image" Target="../media/image17.wmf"/><Relationship Id="rId4" Type="http://schemas.openxmlformats.org/officeDocument/2006/relationships/oleObject" Target="../embeddings/oleObject8.bin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1.xml"/><Relationship Id="rId7" Type="http://schemas.openxmlformats.org/officeDocument/2006/relationships/image" Target="../media/image19.wmf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6.vml"/><Relationship Id="rId6" Type="http://schemas.openxmlformats.org/officeDocument/2006/relationships/oleObject" Target="../embeddings/oleObject10.bin"/><Relationship Id="rId5" Type="http://schemas.openxmlformats.org/officeDocument/2006/relationships/image" Target="../media/image18.wmf"/><Relationship Id="rId4" Type="http://schemas.openxmlformats.org/officeDocument/2006/relationships/oleObject" Target="../embeddings/oleObject9.bin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3.bin"/><Relationship Id="rId3" Type="http://schemas.openxmlformats.org/officeDocument/2006/relationships/notesSlide" Target="../notesSlides/notesSlide32.xml"/><Relationship Id="rId7" Type="http://schemas.openxmlformats.org/officeDocument/2006/relationships/image" Target="../media/image21.wmf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7.vml"/><Relationship Id="rId6" Type="http://schemas.openxmlformats.org/officeDocument/2006/relationships/oleObject" Target="../embeddings/oleObject12.bin"/><Relationship Id="rId5" Type="http://schemas.openxmlformats.org/officeDocument/2006/relationships/image" Target="../media/image20.wmf"/><Relationship Id="rId4" Type="http://schemas.openxmlformats.org/officeDocument/2006/relationships/oleObject" Target="../embeddings/oleObject11.bin"/><Relationship Id="rId9" Type="http://schemas.openxmlformats.org/officeDocument/2006/relationships/image" Target="../media/image22.wmf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3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5" Type="http://schemas.openxmlformats.org/officeDocument/2006/relationships/image" Target="../media/image23.emf"/><Relationship Id="rId4" Type="http://schemas.openxmlformats.org/officeDocument/2006/relationships/oleObject" Target="../embeddings/oleObject14.bin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4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9.vml"/><Relationship Id="rId5" Type="http://schemas.openxmlformats.org/officeDocument/2006/relationships/image" Target="../media/image23.emf"/><Relationship Id="rId4" Type="http://schemas.openxmlformats.org/officeDocument/2006/relationships/oleObject" Target="../embeddings/oleObject15.bin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8.xml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10.vml"/><Relationship Id="rId5" Type="http://schemas.openxmlformats.org/officeDocument/2006/relationships/image" Target="../media/image25.wmf"/><Relationship Id="rId4" Type="http://schemas.openxmlformats.org/officeDocument/2006/relationships/oleObject" Target="../embeddings/oleObject16.bin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endParaRPr/>
          </a:p>
        </p:txBody>
      </p:sp>
      <p:sp>
        <p:nvSpPr>
          <p:cNvPr id="87" name="Google Shape;87;p1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/>
          </a:p>
        </p:txBody>
      </p:sp>
      <p:pic>
        <p:nvPicPr>
          <p:cNvPr id="88" name="Google Shape;88;p1"/>
          <p:cNvPicPr preferRelativeResize="0"/>
          <p:nvPr/>
        </p:nvPicPr>
        <p:blipFill rotWithShape="1">
          <a:blip r:embed="rId3">
            <a:alphaModFix/>
          </a:blip>
          <a:srcRect b="2862"/>
          <a:stretch/>
        </p:blipFill>
        <p:spPr>
          <a:xfrm>
            <a:off x="-22946" y="-16728"/>
            <a:ext cx="12214948" cy="6874728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"/>
          <p:cNvSpPr txBox="1"/>
          <p:nvPr/>
        </p:nvSpPr>
        <p:spPr>
          <a:xfrm>
            <a:off x="-1" y="-49696"/>
            <a:ext cx="10910171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MIT Art Design and Technology University</a:t>
            </a:r>
            <a:r>
              <a:rPr lang="en-US" sz="27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/>
            </a:r>
            <a:br>
              <a:rPr lang="en-US" sz="27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31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MIT School of Computing, Pune</a:t>
            </a:r>
            <a:endParaRPr sz="2800" b="1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2" name="Google Shape;92;p1"/>
          <p:cNvSpPr txBox="1"/>
          <p:nvPr/>
        </p:nvSpPr>
        <p:spPr>
          <a:xfrm>
            <a:off x="324464" y="1607574"/>
            <a:ext cx="11636477" cy="43507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>
              <a:buClr>
                <a:srgbClr val="000000"/>
              </a:buClr>
              <a:buSzPts val="2800"/>
            </a:pPr>
            <a:r>
              <a:rPr lang="en-US" sz="3200" b="1" dirty="0">
                <a:latin typeface="Times New Roman"/>
                <a:ea typeface="Times New Roman"/>
                <a:cs typeface="Times New Roman"/>
                <a:sym typeface="Times New Roman"/>
              </a:rPr>
              <a:t>Third </a:t>
            </a:r>
            <a:r>
              <a:rPr lang="en-US" sz="3200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Year Engineering</a:t>
            </a:r>
          </a:p>
          <a:p>
            <a:pPr lvl="0" algn="ctr">
              <a:buClr>
                <a:srgbClr val="000000"/>
              </a:buClr>
              <a:buSzPts val="2800"/>
            </a:pPr>
            <a:endParaRPr lang="en-US" sz="3200" b="1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lvl="0" algn="ctr">
              <a:buClr>
                <a:srgbClr val="000000"/>
              </a:buClr>
              <a:buSzPts val="2800"/>
            </a:pPr>
            <a:r>
              <a:rPr lang="en-US" sz="3200" b="1" dirty="0">
                <a:solidFill>
                  <a:srgbClr val="CC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21BTCS503 - Introduction to Data Science</a:t>
            </a:r>
            <a:endParaRPr lang="en-US" sz="3200" b="1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lvl="0" algn="ctr">
              <a:buClr>
                <a:srgbClr val="000000"/>
              </a:buClr>
              <a:buSzPts val="2800"/>
            </a:pPr>
            <a:r>
              <a:rPr lang="en-US" sz="32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/>
            </a:r>
            <a:br>
              <a:rPr lang="en-US" sz="32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3200" b="1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Class - T.Y. Core (SEM-V)</a:t>
            </a:r>
          </a:p>
          <a:p>
            <a:pPr lvl="0" algn="ctr">
              <a:buClr>
                <a:srgbClr val="000000"/>
              </a:buClr>
              <a:buSzPts val="2800"/>
            </a:pPr>
            <a:r>
              <a:rPr lang="en-US" sz="3200" b="1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</a:p>
          <a:p>
            <a:pPr lvl="0" algn="ctr">
              <a:buSzPts val="2800"/>
            </a:pPr>
            <a:r>
              <a:rPr lang="en-US" sz="3200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Unit – </a:t>
            </a:r>
            <a:r>
              <a:rPr lang="en-US" sz="3200" b="1" dirty="0" smtClean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lang="en-US" sz="3200" b="1" dirty="0" smtClean="0">
                <a:latin typeface="Times New Roman"/>
                <a:ea typeface="Times New Roman"/>
                <a:cs typeface="Times New Roman"/>
                <a:sym typeface="Times New Roman"/>
              </a:rPr>
              <a:t>V (Data </a:t>
            </a:r>
            <a:r>
              <a:rPr lang="en-US" sz="3200" b="1" dirty="0">
                <a:latin typeface="Times New Roman"/>
                <a:ea typeface="Times New Roman"/>
                <a:cs typeface="Times New Roman"/>
                <a:sym typeface="Times New Roman"/>
              </a:rPr>
              <a:t>Analysis) </a:t>
            </a:r>
            <a:endParaRPr lang="en-US" sz="3200" b="1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lvl="0" algn="ctr">
              <a:buClr>
                <a:srgbClr val="000000"/>
              </a:buClr>
              <a:buSzPts val="2800"/>
            </a:pPr>
            <a:endParaRPr lang="en-US" sz="3200" b="1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lvl="0" algn="ctr">
              <a:buClr>
                <a:srgbClr val="000000"/>
              </a:buClr>
              <a:buSzPts val="2800"/>
            </a:pPr>
            <a:endParaRPr lang="en-US" sz="16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"/>
          <p:cNvSpPr txBox="1">
            <a:spLocks noGrp="1"/>
          </p:cNvSpPr>
          <p:nvPr>
            <p:ph type="body" idx="1"/>
          </p:nvPr>
        </p:nvSpPr>
        <p:spPr>
          <a:xfrm>
            <a:off x="781665" y="1337109"/>
            <a:ext cx="10663084" cy="51816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just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2400" b="1" dirty="0">
                <a:latin typeface="Times New Roman"/>
                <a:ea typeface="Times New Roman"/>
                <a:cs typeface="Times New Roman"/>
                <a:sym typeface="Times New Roman"/>
              </a:rPr>
              <a:t>Unit IV –Data Analysis                                               </a:t>
            </a:r>
            <a:r>
              <a:rPr lang="en-US" sz="2400" b="1" dirty="0" smtClean="0">
                <a:latin typeface="Times New Roman"/>
                <a:ea typeface="Times New Roman"/>
                <a:cs typeface="Times New Roman"/>
                <a:sym typeface="Times New Roman"/>
              </a:rPr>
              <a:t>09 </a:t>
            </a:r>
            <a:r>
              <a:rPr lang="en-US" sz="2400" b="1" dirty="0">
                <a:latin typeface="Times New Roman"/>
                <a:ea typeface="Times New Roman"/>
                <a:cs typeface="Times New Roman"/>
                <a:sym typeface="Times New Roman"/>
              </a:rPr>
              <a:t>hours</a:t>
            </a:r>
            <a:endParaRPr sz="2400" dirty="0"/>
          </a:p>
          <a:p>
            <a:pPr marL="228600" lvl="0" indent="-210502" algn="just" rtl="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SzPct val="100000"/>
              <a:buChar char="•"/>
            </a:pPr>
            <a:r>
              <a:rPr lang="en-US" sz="2400" dirty="0">
                <a:latin typeface="Times New Roman"/>
                <a:ea typeface="Times New Roman"/>
                <a:cs typeface="Times New Roman"/>
                <a:sym typeface="Times New Roman"/>
              </a:rPr>
              <a:t>Data Analysis Theory and Methods: Clustering –Overview, K-means- overview of method, determining number of clusters, Association Rules- Overview of method, Apriori algorithm, evaluation of association rules, Regression-Overview of linear regression method, model description. Classification- Overview, Naïve Bayes classifier</a:t>
            </a:r>
          </a:p>
          <a:p>
            <a:pPr marL="228600" lvl="0" indent="-210502" algn="just" rtl="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SzPct val="100000"/>
              <a:buChar char="•"/>
            </a:pPr>
            <a:endParaRPr lang="en-US" sz="24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28600" lvl="0" indent="-210502" algn="just" rtl="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SzPct val="100000"/>
              <a:buChar char="•"/>
            </a:pPr>
            <a:endParaRPr lang="en-US" sz="24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8" name="Google Shape;98;p2"/>
          <p:cNvSpPr txBox="1">
            <a:spLocks noGrp="1"/>
          </p:cNvSpPr>
          <p:nvPr>
            <p:ph type="title"/>
          </p:nvPr>
        </p:nvSpPr>
        <p:spPr>
          <a:xfrm>
            <a:off x="904482" y="1154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600"/>
              <a:buFont typeface="Times New Roman"/>
              <a:buNone/>
            </a:pPr>
            <a:r>
              <a:rPr lang="en-US" sz="3600" b="0" i="0" u="none" strike="noStrike" cap="none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Unit IV - Syllabus </a:t>
            </a:r>
            <a:endParaRPr sz="3600" b="0" i="0" u="none" strike="noStrike" cap="none" dirty="0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9554" name="Rectangle 2">
            <a:extLst>
              <a:ext uri="{FF2B5EF4-FFF2-40B4-BE49-F238E27FC236}">
                <a16:creationId xmlns="" xmlns:a16="http://schemas.microsoft.com/office/drawing/2014/main" id="{C9C4C27B-BC63-E475-629A-F96FF3A51AD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113356" y="457200"/>
            <a:ext cx="7297737" cy="782638"/>
          </a:xfrm>
          <a:noFill/>
          <a:ln/>
        </p:spPr>
        <p:txBody>
          <a:bodyPr spcFirstLastPara="1" wrap="square" lIns="92075" tIns="46038" rIns="92075" bIns="46038" anchor="ctr" anchorCtr="0">
            <a:normAutofit/>
          </a:bodyPr>
          <a:lstStyle/>
          <a:p>
            <a:pPr algn="ctr"/>
            <a:r>
              <a:rPr lang="en-US" altLang="en-US" sz="3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is Cluster Analysis?</a:t>
            </a:r>
          </a:p>
        </p:txBody>
      </p:sp>
      <p:sp>
        <p:nvSpPr>
          <p:cNvPr id="1559555" name="Rectangle 3">
            <a:extLst>
              <a:ext uri="{FF2B5EF4-FFF2-40B4-BE49-F238E27FC236}">
                <a16:creationId xmlns="" xmlns:a16="http://schemas.microsoft.com/office/drawing/2014/main" id="{2E229F9F-96B1-3EE3-0D31-E42D98C4D88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9771" y="1440730"/>
            <a:ext cx="8458200" cy="4724400"/>
          </a:xfrm>
          <a:noFill/>
          <a:ln/>
        </p:spPr>
        <p:txBody>
          <a:bodyPr spcFirstLastPara="1" wrap="square" lIns="92075" tIns="46038" rIns="92075" bIns="46038" anchor="t" anchorCtr="0">
            <a:normAutofit/>
          </a:bodyPr>
          <a:lstStyle/>
          <a:p>
            <a:r>
              <a:rPr lang="en-US" altLang="en-US" sz="2400" dirty="0"/>
              <a:t>Cluster: a collection of data objects</a:t>
            </a:r>
          </a:p>
          <a:p>
            <a:pPr lvl="1"/>
            <a:r>
              <a:rPr lang="en-US" altLang="en-US" dirty="0"/>
              <a:t>Similar to one another within the same cluster</a:t>
            </a:r>
          </a:p>
          <a:p>
            <a:pPr lvl="1"/>
            <a:r>
              <a:rPr lang="en-US" altLang="en-US" dirty="0"/>
              <a:t>Dissimilar to the objects in other clusters</a:t>
            </a:r>
          </a:p>
          <a:p>
            <a:r>
              <a:rPr lang="en-US" altLang="en-US" sz="2400" dirty="0"/>
              <a:t>Cluster analysis</a:t>
            </a:r>
          </a:p>
          <a:p>
            <a:pPr lvl="1"/>
            <a:r>
              <a:rPr lang="en-US" altLang="en-US" dirty="0"/>
              <a:t>Grouping a set of data objects into clusters</a:t>
            </a:r>
          </a:p>
          <a:p>
            <a:r>
              <a:rPr lang="en-US" altLang="en-US" sz="2400" dirty="0"/>
              <a:t>Clustering is </a:t>
            </a:r>
            <a:r>
              <a:rPr lang="en-US" altLang="en-US" sz="2400" dirty="0">
                <a:solidFill>
                  <a:schemeClr val="hlink"/>
                </a:solidFill>
              </a:rPr>
              <a:t>unsupervised classification</a:t>
            </a:r>
            <a:r>
              <a:rPr lang="en-US" altLang="en-US" sz="2400" dirty="0"/>
              <a:t>: no predefined classes</a:t>
            </a:r>
          </a:p>
          <a:p>
            <a:r>
              <a:rPr lang="en-US" altLang="en-US" sz="2400" dirty="0"/>
              <a:t>Typical applications</a:t>
            </a:r>
          </a:p>
          <a:p>
            <a:pPr lvl="1"/>
            <a:r>
              <a:rPr lang="en-US" altLang="en-US" dirty="0"/>
              <a:t>As a </a:t>
            </a:r>
            <a:r>
              <a:rPr lang="en-US" altLang="en-US" dirty="0">
                <a:solidFill>
                  <a:schemeClr val="hlink"/>
                </a:solidFill>
              </a:rPr>
              <a:t>stand-alone tool</a:t>
            </a:r>
            <a:r>
              <a:rPr lang="en-US" altLang="en-US" dirty="0"/>
              <a:t> to get insight into data distribution </a:t>
            </a:r>
          </a:p>
          <a:p>
            <a:pPr lvl="1"/>
            <a:r>
              <a:rPr lang="en-US" altLang="en-US" dirty="0"/>
              <a:t>As a </a:t>
            </a:r>
            <a:r>
              <a:rPr lang="en-US" altLang="en-US" dirty="0">
                <a:solidFill>
                  <a:schemeClr val="hlink"/>
                </a:solidFill>
              </a:rPr>
              <a:t>preprocessing step</a:t>
            </a:r>
            <a:r>
              <a:rPr lang="en-US" altLang="en-US" dirty="0"/>
              <a:t> for other algorithms</a:t>
            </a:r>
          </a:p>
        </p:txBody>
      </p:sp>
    </p:spTree>
  </p:cSld>
  <p:clrMapOvr>
    <a:masterClrMapping/>
  </p:clrMapOvr>
  <p:transition>
    <p:checker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5650" name="Rectangle 2">
            <a:extLst>
              <a:ext uri="{FF2B5EF4-FFF2-40B4-BE49-F238E27FC236}">
                <a16:creationId xmlns="" xmlns:a16="http://schemas.microsoft.com/office/drawing/2014/main" id="{96C4A918-EEB3-0019-A071-B75461AAD13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447131" y="476053"/>
            <a:ext cx="7297737" cy="782638"/>
          </a:xfrm>
          <a:noFill/>
          <a:ln/>
        </p:spPr>
        <p:txBody>
          <a:bodyPr spcFirstLastPara="1" wrap="square" lIns="92075" tIns="46038" rIns="92075" bIns="46038" anchor="ctr" anchorCtr="0">
            <a:normAutofit/>
          </a:bodyPr>
          <a:lstStyle/>
          <a:p>
            <a:pPr algn="ctr"/>
            <a:r>
              <a:rPr lang="en-US" altLang="en-US" sz="3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General Applications of Clustering </a:t>
            </a:r>
          </a:p>
        </p:txBody>
      </p:sp>
      <p:sp>
        <p:nvSpPr>
          <p:cNvPr id="1435651" name="Rectangle 3">
            <a:extLst>
              <a:ext uri="{FF2B5EF4-FFF2-40B4-BE49-F238E27FC236}">
                <a16:creationId xmlns="" xmlns:a16="http://schemas.microsoft.com/office/drawing/2014/main" id="{ED5677DF-2C9F-3A69-4A85-0960F7230D1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59410" y="1345677"/>
            <a:ext cx="10820400" cy="4876800"/>
          </a:xfrm>
          <a:noFill/>
          <a:ln/>
        </p:spPr>
        <p:txBody>
          <a:bodyPr spcFirstLastPara="1" wrap="square" lIns="92075" tIns="46038" rIns="92075" bIns="46038" anchor="t" anchorCtr="0">
            <a:normAutofit/>
          </a:bodyPr>
          <a:lstStyle/>
          <a:p>
            <a:pPr>
              <a:lnSpc>
                <a:spcPct val="90000"/>
              </a:lnSpc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Pattern Recognition</a:t>
            </a:r>
          </a:p>
          <a:p>
            <a:pPr>
              <a:lnSpc>
                <a:spcPct val="90000"/>
              </a:lnSpc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Spatial Data Analysis </a:t>
            </a:r>
          </a:p>
          <a:p>
            <a:pPr lvl="1">
              <a:lnSpc>
                <a:spcPct val="90000"/>
              </a:lnSpc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thematic maps in GIS by clustering feature spaces</a:t>
            </a:r>
          </a:p>
          <a:p>
            <a:pPr lvl="1">
              <a:lnSpc>
                <a:spcPct val="90000"/>
              </a:lnSpc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 spatial clusters and explain them in spatial data mining</a:t>
            </a:r>
          </a:p>
          <a:p>
            <a:pPr>
              <a:lnSpc>
                <a:spcPct val="90000"/>
              </a:lnSpc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 Processing</a:t>
            </a:r>
          </a:p>
          <a:p>
            <a:pPr>
              <a:lnSpc>
                <a:spcPct val="90000"/>
              </a:lnSpc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Economic Science (especially market research)</a:t>
            </a:r>
          </a:p>
          <a:p>
            <a:pPr>
              <a:lnSpc>
                <a:spcPct val="90000"/>
              </a:lnSpc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WWW</a:t>
            </a:r>
          </a:p>
          <a:p>
            <a:pPr lvl="1">
              <a:lnSpc>
                <a:spcPct val="90000"/>
              </a:lnSpc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Document classification</a:t>
            </a:r>
          </a:p>
          <a:p>
            <a:pPr lvl="1">
              <a:lnSpc>
                <a:spcPct val="90000"/>
              </a:lnSpc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Cluster Weblog data to discover groups of similar access patterns</a:t>
            </a:r>
          </a:p>
        </p:txBody>
      </p:sp>
    </p:spTree>
  </p:cSld>
  <p:clrMapOvr>
    <a:masterClrMapping/>
  </p:clrMapOvr>
  <p:transition>
    <p:checker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7698" name="Rectangle 2">
            <a:extLst>
              <a:ext uri="{FF2B5EF4-FFF2-40B4-BE49-F238E27FC236}">
                <a16:creationId xmlns="" xmlns:a16="http://schemas.microsoft.com/office/drawing/2014/main" id="{262C3D27-4451-867F-5128-BBD89F51918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56735" y="493124"/>
            <a:ext cx="7367587" cy="498475"/>
          </a:xfrm>
          <a:noFill/>
          <a:ln/>
        </p:spPr>
        <p:txBody>
          <a:bodyPr spcFirstLastPara="1" wrap="square" lIns="92075" tIns="46038" rIns="92075" bIns="46038" anchor="ctr" anchorCtr="0">
            <a:noAutofit/>
          </a:bodyPr>
          <a:lstStyle/>
          <a:p>
            <a:pPr algn="ctr"/>
            <a:r>
              <a:rPr lang="en-US" altLang="en-US" sz="3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Examples of Clustering Applications</a:t>
            </a:r>
          </a:p>
        </p:txBody>
      </p:sp>
      <p:sp>
        <p:nvSpPr>
          <p:cNvPr id="1437699" name="Rectangle 3">
            <a:extLst>
              <a:ext uri="{FF2B5EF4-FFF2-40B4-BE49-F238E27FC236}">
                <a16:creationId xmlns="" xmlns:a16="http://schemas.microsoft.com/office/drawing/2014/main" id="{F0EA7EFA-8412-12D4-1C81-452B6166694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09047" y="1309540"/>
            <a:ext cx="11029361" cy="4876800"/>
          </a:xfrm>
          <a:noFill/>
          <a:ln/>
        </p:spPr>
        <p:txBody>
          <a:bodyPr spcFirstLastPara="1" wrap="square" lIns="92075" tIns="46038" rIns="92075" bIns="46038" anchor="t" anchorCtr="0">
            <a:normAutofit/>
          </a:bodyPr>
          <a:lstStyle/>
          <a:p>
            <a:pPr>
              <a:lnSpc>
                <a:spcPct val="110000"/>
              </a:lnSpc>
            </a:pPr>
            <a:r>
              <a:rPr lang="en-US" altLang="en-US" sz="2400" u="sng" dirty="0"/>
              <a:t>Marketing:</a:t>
            </a:r>
            <a:r>
              <a:rPr lang="en-US" altLang="en-US" sz="2400" dirty="0"/>
              <a:t> Help marketers discover distinct groups in their customer bases, and then use this knowledge to develop targeted marketing programs</a:t>
            </a:r>
          </a:p>
          <a:p>
            <a:pPr>
              <a:lnSpc>
                <a:spcPct val="110000"/>
              </a:lnSpc>
            </a:pPr>
            <a:r>
              <a:rPr lang="en-US" altLang="en-US" sz="2400" u="sng" dirty="0"/>
              <a:t>Land use:</a:t>
            </a:r>
            <a:r>
              <a:rPr lang="en-US" altLang="en-US" sz="2400" dirty="0"/>
              <a:t> Identification of areas of similar land use in an earth observation database</a:t>
            </a:r>
          </a:p>
          <a:p>
            <a:pPr>
              <a:lnSpc>
                <a:spcPct val="110000"/>
              </a:lnSpc>
            </a:pPr>
            <a:r>
              <a:rPr lang="en-US" altLang="en-US" sz="2400" u="sng" dirty="0"/>
              <a:t>Insurance:</a:t>
            </a:r>
            <a:r>
              <a:rPr lang="en-US" altLang="en-US" sz="2400" dirty="0"/>
              <a:t> Identifying groups of motor insurance policy holders with a high average claim cost</a:t>
            </a:r>
          </a:p>
          <a:p>
            <a:pPr>
              <a:lnSpc>
                <a:spcPct val="110000"/>
              </a:lnSpc>
            </a:pPr>
            <a:r>
              <a:rPr lang="en-US" altLang="en-US" sz="2400" u="sng" dirty="0"/>
              <a:t>City-planning:</a:t>
            </a:r>
            <a:r>
              <a:rPr lang="en-US" altLang="en-US" sz="2400" dirty="0"/>
              <a:t> Identifying groups of houses according to their house type, value, and geographical location</a:t>
            </a:r>
          </a:p>
          <a:p>
            <a:pPr>
              <a:lnSpc>
                <a:spcPct val="110000"/>
              </a:lnSpc>
            </a:pPr>
            <a:r>
              <a:rPr lang="en-US" altLang="en-US" sz="2400" u="sng" dirty="0"/>
              <a:t>Earth-quake studies:</a:t>
            </a:r>
            <a:r>
              <a:rPr lang="en-US" altLang="en-US" sz="2400" dirty="0"/>
              <a:t> Observed earth quake epicenters should be clustered along continent faults</a:t>
            </a:r>
          </a:p>
        </p:txBody>
      </p:sp>
    </p:spTree>
  </p:cSld>
  <p:clrMapOvr>
    <a:masterClrMapping/>
  </p:clrMapOvr>
  <p:transition>
    <p:checker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0530" name="Rectangle 2">
            <a:extLst>
              <a:ext uri="{FF2B5EF4-FFF2-40B4-BE49-F238E27FC236}">
                <a16:creationId xmlns="" xmlns:a16="http://schemas.microsoft.com/office/drawing/2014/main" id="{477F8CD3-C6CF-C79B-B638-A7AFF8E6FF4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309665" y="648721"/>
            <a:ext cx="7296150" cy="630238"/>
          </a:xfrm>
          <a:noFill/>
          <a:ln/>
        </p:spPr>
        <p:txBody>
          <a:bodyPr spcFirstLastPara="1" wrap="square" lIns="92075" tIns="46038" rIns="92075" bIns="46038" anchor="ctr" anchorCtr="0">
            <a:noAutofit/>
          </a:bodyPr>
          <a:lstStyle/>
          <a:p>
            <a:pPr algn="ctr"/>
            <a:r>
              <a:rPr lang="en-US" altLang="en-US" sz="3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Is Good Clustering?</a:t>
            </a:r>
          </a:p>
        </p:txBody>
      </p:sp>
      <p:sp>
        <p:nvSpPr>
          <p:cNvPr id="1430531" name="Rectangle 3">
            <a:extLst>
              <a:ext uri="{FF2B5EF4-FFF2-40B4-BE49-F238E27FC236}">
                <a16:creationId xmlns="" xmlns:a16="http://schemas.microsoft.com/office/drawing/2014/main" id="{50792B75-228B-8332-C842-FD192189D6D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12742" y="1469797"/>
            <a:ext cx="10689996" cy="4424363"/>
          </a:xfrm>
          <a:noFill/>
          <a:ln/>
        </p:spPr>
        <p:txBody>
          <a:bodyPr spcFirstLastPara="1" wrap="square" lIns="92075" tIns="46038" rIns="92075" bIns="46038" anchor="t" anchorCtr="0">
            <a:normAutofit/>
          </a:bodyPr>
          <a:lstStyle/>
          <a:p>
            <a:pPr>
              <a:lnSpc>
                <a:spcPct val="120000"/>
              </a:lnSpc>
            </a:pPr>
            <a:r>
              <a:rPr lang="en-US" altLang="en-US" sz="2400" dirty="0"/>
              <a:t>A </a:t>
            </a:r>
            <a:r>
              <a:rPr lang="en-US" altLang="en-US" sz="2400" u="sng" dirty="0"/>
              <a:t>good clustering</a:t>
            </a:r>
            <a:r>
              <a:rPr lang="en-US" altLang="en-US" sz="2400" dirty="0"/>
              <a:t> method will produce high quality clusters with</a:t>
            </a:r>
          </a:p>
          <a:p>
            <a:pPr lvl="1">
              <a:lnSpc>
                <a:spcPct val="120000"/>
              </a:lnSpc>
            </a:pPr>
            <a:r>
              <a:rPr lang="en-US" altLang="en-US" dirty="0"/>
              <a:t>high </a:t>
            </a:r>
            <a:r>
              <a:rPr lang="en-US" altLang="en-US" u="sng" dirty="0"/>
              <a:t>intra-class</a:t>
            </a:r>
            <a:r>
              <a:rPr lang="en-US" altLang="en-US" dirty="0"/>
              <a:t> similarity</a:t>
            </a:r>
          </a:p>
          <a:p>
            <a:pPr lvl="1">
              <a:lnSpc>
                <a:spcPct val="120000"/>
              </a:lnSpc>
            </a:pPr>
            <a:r>
              <a:rPr lang="en-US" altLang="en-US" dirty="0"/>
              <a:t>low </a:t>
            </a:r>
            <a:r>
              <a:rPr lang="en-US" altLang="en-US" u="sng" dirty="0"/>
              <a:t>inter-class</a:t>
            </a:r>
            <a:r>
              <a:rPr lang="en-US" altLang="en-US" dirty="0"/>
              <a:t> similarity </a:t>
            </a:r>
          </a:p>
          <a:p>
            <a:pPr>
              <a:lnSpc>
                <a:spcPct val="120000"/>
              </a:lnSpc>
            </a:pPr>
            <a:r>
              <a:rPr lang="en-US" altLang="en-US" sz="2400" dirty="0"/>
              <a:t>The </a:t>
            </a:r>
            <a:r>
              <a:rPr lang="en-US" altLang="en-US" sz="2400" u="sng" dirty="0"/>
              <a:t>quality</a:t>
            </a:r>
            <a:r>
              <a:rPr lang="en-US" altLang="en-US" sz="2400" dirty="0"/>
              <a:t> of a clustering result depends on both the similarity measure used by the method and its implementation.</a:t>
            </a:r>
          </a:p>
          <a:p>
            <a:pPr>
              <a:lnSpc>
                <a:spcPct val="120000"/>
              </a:lnSpc>
            </a:pPr>
            <a:r>
              <a:rPr lang="en-US" altLang="en-US" sz="2400" dirty="0"/>
              <a:t>The </a:t>
            </a:r>
            <a:r>
              <a:rPr lang="en-US" altLang="en-US" sz="2400" u="sng" dirty="0"/>
              <a:t>quality</a:t>
            </a:r>
            <a:r>
              <a:rPr lang="en-US" altLang="en-US" sz="2400" dirty="0"/>
              <a:t> of a clustering method is also measured by its ability to discover some or all of the </a:t>
            </a:r>
            <a:r>
              <a:rPr lang="en-US" altLang="en-US" sz="2400" u="sng" dirty="0"/>
              <a:t>hidden</a:t>
            </a:r>
            <a:r>
              <a:rPr lang="en-US" altLang="en-US" sz="2400" dirty="0"/>
              <a:t> patterns.</a:t>
            </a:r>
          </a:p>
        </p:txBody>
      </p:sp>
    </p:spTree>
  </p:cSld>
  <p:clrMapOvr>
    <a:masterClrMapping/>
  </p:clrMapOvr>
  <p:transition>
    <p:checker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2274" name="Rectangle 2">
            <a:extLst>
              <a:ext uri="{FF2B5EF4-FFF2-40B4-BE49-F238E27FC236}">
                <a16:creationId xmlns="" xmlns:a16="http://schemas.microsoft.com/office/drawing/2014/main" id="{D35E629F-91E9-E156-79F5-508283EDC2B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801927" y="578177"/>
            <a:ext cx="7296150" cy="498475"/>
          </a:xfrm>
        </p:spPr>
        <p:txBody>
          <a:bodyPr>
            <a:noAutofit/>
          </a:bodyPr>
          <a:lstStyle/>
          <a:p>
            <a:pPr algn="ctr"/>
            <a:r>
              <a:rPr lang="en-US" altLang="en-US" sz="3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altLang="en-US" sz="36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K-Means</a:t>
            </a:r>
            <a:r>
              <a:rPr lang="en-US" altLang="en-US" sz="3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Clustering Method</a:t>
            </a:r>
            <a:r>
              <a:rPr lang="en-US" altLang="en-US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altLang="en-US" sz="36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62275" name="Rectangle 3">
            <a:extLst>
              <a:ext uri="{FF2B5EF4-FFF2-40B4-BE49-F238E27FC236}">
                <a16:creationId xmlns="" xmlns:a16="http://schemas.microsoft.com/office/drawing/2014/main" id="{6F1EED3F-43BC-8779-597E-9E51575321C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17923" y="1479223"/>
            <a:ext cx="11506984" cy="4800600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en-US" altLang="en-US" sz="2400" dirty="0"/>
              <a:t>Given </a:t>
            </a:r>
            <a:r>
              <a:rPr lang="en-US" altLang="en-US" sz="2400" i="1" dirty="0"/>
              <a:t>k</a:t>
            </a:r>
            <a:r>
              <a:rPr lang="en-US" altLang="en-US" sz="2400" dirty="0"/>
              <a:t>, the </a:t>
            </a:r>
            <a:r>
              <a:rPr lang="en-US" altLang="en-US" sz="2400" i="1" dirty="0"/>
              <a:t>k-means</a:t>
            </a:r>
            <a:r>
              <a:rPr lang="en-US" altLang="en-US" sz="2400" dirty="0"/>
              <a:t> algorithm is implemented in four steps:</a:t>
            </a:r>
          </a:p>
          <a:p>
            <a:pPr lvl="1">
              <a:lnSpc>
                <a:spcPct val="120000"/>
              </a:lnSpc>
            </a:pPr>
            <a:r>
              <a:rPr lang="en-US" altLang="en-US" dirty="0">
                <a:solidFill>
                  <a:srgbClr val="000000"/>
                </a:solidFill>
              </a:rPr>
              <a:t>Partition objects into </a:t>
            </a:r>
            <a:r>
              <a:rPr lang="en-US" altLang="en-US" i="1" dirty="0">
                <a:solidFill>
                  <a:srgbClr val="000000"/>
                </a:solidFill>
              </a:rPr>
              <a:t>k</a:t>
            </a:r>
            <a:r>
              <a:rPr lang="en-US" altLang="en-US" dirty="0">
                <a:solidFill>
                  <a:srgbClr val="000000"/>
                </a:solidFill>
              </a:rPr>
              <a:t> nonempty subsets</a:t>
            </a:r>
          </a:p>
          <a:p>
            <a:pPr lvl="1">
              <a:lnSpc>
                <a:spcPct val="120000"/>
              </a:lnSpc>
            </a:pPr>
            <a:r>
              <a:rPr lang="en-US" altLang="en-US" dirty="0">
                <a:solidFill>
                  <a:srgbClr val="000000"/>
                </a:solidFill>
              </a:rPr>
              <a:t>Compute seed points as the centroids of the clusters of the current partition (the centroid is the center, i.e., </a:t>
            </a:r>
            <a:r>
              <a:rPr lang="en-US" altLang="en-US" i="1" dirty="0">
                <a:solidFill>
                  <a:schemeClr val="hlink"/>
                </a:solidFill>
              </a:rPr>
              <a:t>mean point</a:t>
            </a:r>
            <a:r>
              <a:rPr lang="en-US" altLang="en-US" dirty="0">
                <a:solidFill>
                  <a:srgbClr val="000000"/>
                </a:solidFill>
              </a:rPr>
              <a:t>, of the cluster)</a:t>
            </a:r>
          </a:p>
          <a:p>
            <a:pPr lvl="1">
              <a:lnSpc>
                <a:spcPct val="120000"/>
              </a:lnSpc>
            </a:pPr>
            <a:r>
              <a:rPr lang="en-US" altLang="en-US" dirty="0">
                <a:solidFill>
                  <a:srgbClr val="000000"/>
                </a:solidFill>
              </a:rPr>
              <a:t>Assign each object to the cluster with the nearest seed point  </a:t>
            </a:r>
          </a:p>
          <a:p>
            <a:pPr lvl="1">
              <a:lnSpc>
                <a:spcPct val="120000"/>
              </a:lnSpc>
            </a:pPr>
            <a:r>
              <a:rPr lang="en-US" altLang="en-US" dirty="0">
                <a:solidFill>
                  <a:srgbClr val="000000"/>
                </a:solidFill>
              </a:rPr>
              <a:t>Go back to Step 2, stop when no more new assignment</a:t>
            </a:r>
          </a:p>
        </p:txBody>
      </p:sp>
    </p:spTree>
  </p:cSld>
  <p:clrMapOvr>
    <a:masterClrMapping/>
  </p:clrMapOvr>
  <p:transition>
    <p:checker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0274" name="Rectangle 2">
            <a:extLst>
              <a:ext uri="{FF2B5EF4-FFF2-40B4-BE49-F238E27FC236}">
                <a16:creationId xmlns="" xmlns:a16="http://schemas.microsoft.com/office/drawing/2014/main" id="{5A2A174D-D9C8-4F24-B8C2-029055A4410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19325" y="490539"/>
            <a:ext cx="7296150" cy="498475"/>
          </a:xfrm>
        </p:spPr>
        <p:txBody>
          <a:bodyPr>
            <a:noAutofit/>
          </a:bodyPr>
          <a:lstStyle/>
          <a:p>
            <a:pPr algn="ctr"/>
            <a:r>
              <a:rPr lang="en-US" altLang="ko-KR" sz="3600" dirty="0">
                <a:solidFill>
                  <a:srgbClr val="FF0000"/>
                </a:solidFill>
                <a:latin typeface="Times New Roman" panose="02020603050405020304" pitchFamily="18" charset="0"/>
                <a:ea typeface="굴림" panose="020B0503020000020004" pitchFamily="34" charset="-127"/>
                <a:cs typeface="Times New Roman" panose="02020603050405020304" pitchFamily="18" charset="0"/>
              </a:rPr>
              <a:t>The </a:t>
            </a:r>
            <a:r>
              <a:rPr lang="en-US" altLang="ko-KR" sz="3600" i="1" dirty="0">
                <a:solidFill>
                  <a:srgbClr val="FF0000"/>
                </a:solidFill>
                <a:latin typeface="Times New Roman" panose="02020603050405020304" pitchFamily="18" charset="0"/>
                <a:ea typeface="굴림" panose="020B0503020000020004" pitchFamily="34" charset="-127"/>
                <a:cs typeface="Times New Roman" panose="02020603050405020304" pitchFamily="18" charset="0"/>
              </a:rPr>
              <a:t>K-Means</a:t>
            </a:r>
            <a:r>
              <a:rPr lang="en-US" altLang="ko-KR" sz="3600" dirty="0">
                <a:solidFill>
                  <a:srgbClr val="FF0000"/>
                </a:solidFill>
                <a:latin typeface="Times New Roman" panose="02020603050405020304" pitchFamily="18" charset="0"/>
                <a:ea typeface="굴림" panose="020B0503020000020004" pitchFamily="34" charset="-127"/>
                <a:cs typeface="Times New Roman" panose="02020603050405020304" pitchFamily="18" charset="0"/>
              </a:rPr>
              <a:t> Clustering Method</a:t>
            </a:r>
            <a:r>
              <a:rPr lang="en-US" altLang="ko-KR" sz="3600" b="1" dirty="0">
                <a:solidFill>
                  <a:srgbClr val="FF0000"/>
                </a:solidFill>
                <a:latin typeface="Times New Roman" panose="02020603050405020304" pitchFamily="18" charset="0"/>
                <a:ea typeface="굴림" panose="020B0503020000020004" pitchFamily="34" charset="-127"/>
                <a:cs typeface="Times New Roman" panose="02020603050405020304" pitchFamily="18" charset="0"/>
              </a:rPr>
              <a:t> </a:t>
            </a:r>
            <a:endParaRPr lang="en-US" altLang="ko-KR" sz="3600" dirty="0">
              <a:solidFill>
                <a:srgbClr val="FF0000"/>
              </a:solidFill>
              <a:latin typeface="Times New Roman" panose="02020603050405020304" pitchFamily="18" charset="0"/>
              <a:ea typeface="굴림" panose="020B0503020000020004" pitchFamily="34" charset="-127"/>
              <a:cs typeface="Times New Roman" panose="02020603050405020304" pitchFamily="18" charset="0"/>
            </a:endParaRPr>
          </a:p>
        </p:txBody>
      </p:sp>
      <p:sp>
        <p:nvSpPr>
          <p:cNvPr id="1590275" name="Rectangle 3">
            <a:extLst>
              <a:ext uri="{FF2B5EF4-FFF2-40B4-BE49-F238E27FC236}">
                <a16:creationId xmlns="" xmlns:a16="http://schemas.microsoft.com/office/drawing/2014/main" id="{88E5324B-EE05-1224-261B-E35807C8A7B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981200" y="1371600"/>
            <a:ext cx="8153400" cy="5181600"/>
          </a:xfrm>
        </p:spPr>
        <p:txBody>
          <a:bodyPr/>
          <a:lstStyle/>
          <a:p>
            <a:r>
              <a:rPr lang="en-US" altLang="ko-KR">
                <a:solidFill>
                  <a:srgbClr val="000000"/>
                </a:solidFill>
                <a:ea typeface="굴림" panose="020B0503020000020004" pitchFamily="34" charset="-127"/>
              </a:rPr>
              <a:t>Example</a:t>
            </a:r>
          </a:p>
        </p:txBody>
      </p:sp>
      <p:grpSp>
        <p:nvGrpSpPr>
          <p:cNvPr id="1590276" name="Group 4">
            <a:extLst>
              <a:ext uri="{FF2B5EF4-FFF2-40B4-BE49-F238E27FC236}">
                <a16:creationId xmlns="" xmlns:a16="http://schemas.microsoft.com/office/drawing/2014/main" id="{262F63DC-CEE8-C8E5-7CA1-FBE74E65BFC6}"/>
              </a:ext>
            </a:extLst>
          </p:cNvPr>
          <p:cNvGrpSpPr>
            <a:grpSpLocks/>
          </p:cNvGrpSpPr>
          <p:nvPr/>
        </p:nvGrpSpPr>
        <p:grpSpPr bwMode="auto">
          <a:xfrm>
            <a:off x="4724400" y="1981200"/>
            <a:ext cx="2286000" cy="2057400"/>
            <a:chOff x="528" y="240"/>
            <a:chExt cx="2142" cy="1872"/>
          </a:xfrm>
        </p:grpSpPr>
        <p:graphicFrame>
          <p:nvGraphicFramePr>
            <p:cNvPr id="1590277" name="Object 5">
              <a:extLst>
                <a:ext uri="{FF2B5EF4-FFF2-40B4-BE49-F238E27FC236}">
                  <a16:creationId xmlns="" xmlns:a16="http://schemas.microsoft.com/office/drawing/2014/main" id="{EF641004-60A8-5BF7-E67D-87120A1A586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28" y="240"/>
            <a:ext cx="2142" cy="18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29" name="Worksheet" r:id="rId3" imgW="3400654" imgH="2915107" progId="Excel.Sheet.8">
                    <p:embed/>
                  </p:oleObj>
                </mc:Choice>
                <mc:Fallback>
                  <p:oleObj name="Worksheet" r:id="rId3" imgW="3400654" imgH="2915107" progId="Excel.Sheet.8">
                    <p:embed/>
                    <p:pic>
                      <p:nvPicPr>
                        <p:cNvPr id="1590277" name="Object 5">
                          <a:extLst>
                            <a:ext uri="{FF2B5EF4-FFF2-40B4-BE49-F238E27FC236}">
                              <a16:creationId xmlns="" xmlns:a16="http://schemas.microsoft.com/office/drawing/2014/main" id="{EF641004-60A8-5BF7-E67D-87120A1A5869}"/>
                            </a:ext>
                          </a:extLst>
                        </p:cNvPr>
                        <p:cNvPicPr>
                          <a:picLocks noRot="1"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8" y="240"/>
                          <a:ext cx="2142" cy="187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000000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">
                              <a:solidFill>
                                <a:srgbClr val="FFFFFF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107763" dir="189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590278" name="Freeform 6">
              <a:extLst>
                <a:ext uri="{FF2B5EF4-FFF2-40B4-BE49-F238E27FC236}">
                  <a16:creationId xmlns="" xmlns:a16="http://schemas.microsoft.com/office/drawing/2014/main" id="{23AC2202-0A95-AFA3-70F5-039298271CA4}"/>
                </a:ext>
              </a:extLst>
            </p:cNvPr>
            <p:cNvSpPr>
              <a:spLocks/>
            </p:cNvSpPr>
            <p:nvPr/>
          </p:nvSpPr>
          <p:spPr bwMode="auto">
            <a:xfrm>
              <a:off x="1008" y="1047"/>
              <a:ext cx="173" cy="280"/>
            </a:xfrm>
            <a:custGeom>
              <a:avLst/>
              <a:gdLst>
                <a:gd name="T0" fmla="*/ 518 w 852"/>
                <a:gd name="T1" fmla="*/ 280 h 1260"/>
                <a:gd name="T2" fmla="*/ 392 w 852"/>
                <a:gd name="T3" fmla="*/ 36 h 1260"/>
                <a:gd name="T4" fmla="*/ 237 w 852"/>
                <a:gd name="T5" fmla="*/ 21 h 1260"/>
                <a:gd name="T6" fmla="*/ 133 w 852"/>
                <a:gd name="T7" fmla="*/ 73 h 1260"/>
                <a:gd name="T8" fmla="*/ 0 w 852"/>
                <a:gd name="T9" fmla="*/ 369 h 1260"/>
                <a:gd name="T10" fmla="*/ 44 w 852"/>
                <a:gd name="T11" fmla="*/ 688 h 1260"/>
                <a:gd name="T12" fmla="*/ 362 w 852"/>
                <a:gd name="T13" fmla="*/ 1117 h 1260"/>
                <a:gd name="T14" fmla="*/ 429 w 852"/>
                <a:gd name="T15" fmla="*/ 1139 h 1260"/>
                <a:gd name="T16" fmla="*/ 451 w 852"/>
                <a:gd name="T17" fmla="*/ 1154 h 1260"/>
                <a:gd name="T18" fmla="*/ 525 w 852"/>
                <a:gd name="T19" fmla="*/ 1176 h 1260"/>
                <a:gd name="T20" fmla="*/ 622 w 852"/>
                <a:gd name="T21" fmla="*/ 1228 h 1260"/>
                <a:gd name="T22" fmla="*/ 792 w 852"/>
                <a:gd name="T23" fmla="*/ 1243 h 1260"/>
                <a:gd name="T24" fmla="*/ 785 w 852"/>
                <a:gd name="T25" fmla="*/ 1021 h 1260"/>
                <a:gd name="T26" fmla="*/ 748 w 852"/>
                <a:gd name="T27" fmla="*/ 954 h 1260"/>
                <a:gd name="T28" fmla="*/ 688 w 852"/>
                <a:gd name="T29" fmla="*/ 858 h 1260"/>
                <a:gd name="T30" fmla="*/ 622 w 852"/>
                <a:gd name="T31" fmla="*/ 762 h 1260"/>
                <a:gd name="T32" fmla="*/ 607 w 852"/>
                <a:gd name="T33" fmla="*/ 732 h 1260"/>
                <a:gd name="T34" fmla="*/ 592 w 852"/>
                <a:gd name="T35" fmla="*/ 710 h 1260"/>
                <a:gd name="T36" fmla="*/ 555 w 852"/>
                <a:gd name="T37" fmla="*/ 643 h 1260"/>
                <a:gd name="T38" fmla="*/ 540 w 852"/>
                <a:gd name="T39" fmla="*/ 621 h 1260"/>
                <a:gd name="T40" fmla="*/ 518 w 852"/>
                <a:gd name="T41" fmla="*/ 280 h 12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852" h="1260">
                  <a:moveTo>
                    <a:pt x="518" y="280"/>
                  </a:moveTo>
                  <a:cubicBezTo>
                    <a:pt x="509" y="187"/>
                    <a:pt x="497" y="69"/>
                    <a:pt x="392" y="36"/>
                  </a:cubicBezTo>
                  <a:cubicBezTo>
                    <a:pt x="339" y="0"/>
                    <a:pt x="309" y="15"/>
                    <a:pt x="237" y="21"/>
                  </a:cubicBezTo>
                  <a:cubicBezTo>
                    <a:pt x="194" y="31"/>
                    <a:pt x="168" y="45"/>
                    <a:pt x="133" y="73"/>
                  </a:cubicBezTo>
                  <a:cubicBezTo>
                    <a:pt x="84" y="168"/>
                    <a:pt x="20" y="262"/>
                    <a:pt x="0" y="369"/>
                  </a:cubicBezTo>
                  <a:cubicBezTo>
                    <a:pt x="5" y="481"/>
                    <a:pt x="3" y="584"/>
                    <a:pt x="44" y="688"/>
                  </a:cubicBezTo>
                  <a:cubicBezTo>
                    <a:pt x="78" y="870"/>
                    <a:pt x="173" y="1057"/>
                    <a:pt x="362" y="1117"/>
                  </a:cubicBezTo>
                  <a:cubicBezTo>
                    <a:pt x="415" y="1152"/>
                    <a:pt x="347" y="1112"/>
                    <a:pt x="429" y="1139"/>
                  </a:cubicBezTo>
                  <a:cubicBezTo>
                    <a:pt x="437" y="1142"/>
                    <a:pt x="443" y="1150"/>
                    <a:pt x="451" y="1154"/>
                  </a:cubicBezTo>
                  <a:cubicBezTo>
                    <a:pt x="473" y="1165"/>
                    <a:pt x="501" y="1168"/>
                    <a:pt x="525" y="1176"/>
                  </a:cubicBezTo>
                  <a:cubicBezTo>
                    <a:pt x="562" y="1201"/>
                    <a:pt x="581" y="1218"/>
                    <a:pt x="622" y="1228"/>
                  </a:cubicBezTo>
                  <a:cubicBezTo>
                    <a:pt x="684" y="1260"/>
                    <a:pt x="714" y="1249"/>
                    <a:pt x="792" y="1243"/>
                  </a:cubicBezTo>
                  <a:cubicBezTo>
                    <a:pt x="852" y="1183"/>
                    <a:pt x="819" y="1088"/>
                    <a:pt x="785" y="1021"/>
                  </a:cubicBezTo>
                  <a:cubicBezTo>
                    <a:pt x="770" y="992"/>
                    <a:pt x="773" y="979"/>
                    <a:pt x="748" y="954"/>
                  </a:cubicBezTo>
                  <a:cubicBezTo>
                    <a:pt x="735" y="917"/>
                    <a:pt x="711" y="888"/>
                    <a:pt x="688" y="858"/>
                  </a:cubicBezTo>
                  <a:cubicBezTo>
                    <a:pt x="676" y="821"/>
                    <a:pt x="643" y="795"/>
                    <a:pt x="622" y="762"/>
                  </a:cubicBezTo>
                  <a:cubicBezTo>
                    <a:pt x="616" y="753"/>
                    <a:pt x="613" y="742"/>
                    <a:pt x="607" y="732"/>
                  </a:cubicBezTo>
                  <a:cubicBezTo>
                    <a:pt x="603" y="724"/>
                    <a:pt x="597" y="717"/>
                    <a:pt x="592" y="710"/>
                  </a:cubicBezTo>
                  <a:cubicBezTo>
                    <a:pt x="580" y="671"/>
                    <a:pt x="589" y="694"/>
                    <a:pt x="555" y="643"/>
                  </a:cubicBezTo>
                  <a:cubicBezTo>
                    <a:pt x="550" y="636"/>
                    <a:pt x="540" y="621"/>
                    <a:pt x="540" y="621"/>
                  </a:cubicBezTo>
                  <a:cubicBezTo>
                    <a:pt x="519" y="510"/>
                    <a:pt x="518" y="392"/>
                    <a:pt x="518" y="280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IN"/>
            </a:p>
          </p:txBody>
        </p:sp>
        <p:sp>
          <p:nvSpPr>
            <p:cNvPr id="1590279" name="Freeform 7">
              <a:extLst>
                <a:ext uri="{FF2B5EF4-FFF2-40B4-BE49-F238E27FC236}">
                  <a16:creationId xmlns="" xmlns:a16="http://schemas.microsoft.com/office/drawing/2014/main" id="{0019EEEC-99DC-9F00-CD35-6D2D0C455D37}"/>
                </a:ext>
              </a:extLst>
            </p:cNvPr>
            <p:cNvSpPr>
              <a:spLocks/>
            </p:cNvSpPr>
            <p:nvPr/>
          </p:nvSpPr>
          <p:spPr bwMode="auto">
            <a:xfrm>
              <a:off x="1587" y="1064"/>
              <a:ext cx="173" cy="280"/>
            </a:xfrm>
            <a:custGeom>
              <a:avLst/>
              <a:gdLst>
                <a:gd name="T0" fmla="*/ 183 w 768"/>
                <a:gd name="T1" fmla="*/ 67 h 630"/>
                <a:gd name="T2" fmla="*/ 72 w 768"/>
                <a:gd name="T3" fmla="*/ 74 h 630"/>
                <a:gd name="T4" fmla="*/ 5 w 768"/>
                <a:gd name="T5" fmla="*/ 170 h 630"/>
                <a:gd name="T6" fmla="*/ 13 w 768"/>
                <a:gd name="T7" fmla="*/ 311 h 630"/>
                <a:gd name="T8" fmla="*/ 57 w 768"/>
                <a:gd name="T9" fmla="*/ 356 h 630"/>
                <a:gd name="T10" fmla="*/ 109 w 768"/>
                <a:gd name="T11" fmla="*/ 415 h 630"/>
                <a:gd name="T12" fmla="*/ 235 w 768"/>
                <a:gd name="T13" fmla="*/ 548 h 630"/>
                <a:gd name="T14" fmla="*/ 257 w 768"/>
                <a:gd name="T15" fmla="*/ 570 h 630"/>
                <a:gd name="T16" fmla="*/ 331 w 768"/>
                <a:gd name="T17" fmla="*/ 593 h 630"/>
                <a:gd name="T18" fmla="*/ 450 w 768"/>
                <a:gd name="T19" fmla="*/ 630 h 630"/>
                <a:gd name="T20" fmla="*/ 598 w 768"/>
                <a:gd name="T21" fmla="*/ 607 h 630"/>
                <a:gd name="T22" fmla="*/ 657 w 768"/>
                <a:gd name="T23" fmla="*/ 585 h 630"/>
                <a:gd name="T24" fmla="*/ 687 w 768"/>
                <a:gd name="T25" fmla="*/ 533 h 630"/>
                <a:gd name="T26" fmla="*/ 717 w 768"/>
                <a:gd name="T27" fmla="*/ 474 h 630"/>
                <a:gd name="T28" fmla="*/ 724 w 768"/>
                <a:gd name="T29" fmla="*/ 437 h 630"/>
                <a:gd name="T30" fmla="*/ 739 w 768"/>
                <a:gd name="T31" fmla="*/ 415 h 630"/>
                <a:gd name="T32" fmla="*/ 768 w 768"/>
                <a:gd name="T33" fmla="*/ 296 h 630"/>
                <a:gd name="T34" fmla="*/ 761 w 768"/>
                <a:gd name="T35" fmla="*/ 178 h 630"/>
                <a:gd name="T36" fmla="*/ 724 w 768"/>
                <a:gd name="T37" fmla="*/ 111 h 630"/>
                <a:gd name="T38" fmla="*/ 465 w 768"/>
                <a:gd name="T39" fmla="*/ 0 h 630"/>
                <a:gd name="T40" fmla="*/ 205 w 768"/>
                <a:gd name="T41" fmla="*/ 30 h 630"/>
                <a:gd name="T42" fmla="*/ 183 w 768"/>
                <a:gd name="T43" fmla="*/ 67 h 6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768" h="630">
                  <a:moveTo>
                    <a:pt x="183" y="67"/>
                  </a:moveTo>
                  <a:cubicBezTo>
                    <a:pt x="146" y="41"/>
                    <a:pt x="112" y="61"/>
                    <a:pt x="72" y="74"/>
                  </a:cubicBezTo>
                  <a:cubicBezTo>
                    <a:pt x="13" y="114"/>
                    <a:pt x="28" y="107"/>
                    <a:pt x="5" y="170"/>
                  </a:cubicBezTo>
                  <a:cubicBezTo>
                    <a:pt x="8" y="217"/>
                    <a:pt x="0" y="266"/>
                    <a:pt x="13" y="311"/>
                  </a:cubicBezTo>
                  <a:cubicBezTo>
                    <a:pt x="19" y="331"/>
                    <a:pt x="45" y="339"/>
                    <a:pt x="57" y="356"/>
                  </a:cubicBezTo>
                  <a:cubicBezTo>
                    <a:pt x="92" y="407"/>
                    <a:pt x="72" y="390"/>
                    <a:pt x="109" y="415"/>
                  </a:cubicBezTo>
                  <a:cubicBezTo>
                    <a:pt x="145" y="467"/>
                    <a:pt x="187" y="508"/>
                    <a:pt x="235" y="548"/>
                  </a:cubicBezTo>
                  <a:cubicBezTo>
                    <a:pt x="243" y="555"/>
                    <a:pt x="248" y="565"/>
                    <a:pt x="257" y="570"/>
                  </a:cubicBezTo>
                  <a:cubicBezTo>
                    <a:pt x="283" y="584"/>
                    <a:pt x="305" y="583"/>
                    <a:pt x="331" y="593"/>
                  </a:cubicBezTo>
                  <a:cubicBezTo>
                    <a:pt x="371" y="608"/>
                    <a:pt x="408" y="621"/>
                    <a:pt x="450" y="630"/>
                  </a:cubicBezTo>
                  <a:cubicBezTo>
                    <a:pt x="498" y="625"/>
                    <a:pt x="551" y="623"/>
                    <a:pt x="598" y="607"/>
                  </a:cubicBezTo>
                  <a:cubicBezTo>
                    <a:pt x="618" y="600"/>
                    <a:pt x="657" y="585"/>
                    <a:pt x="657" y="585"/>
                  </a:cubicBezTo>
                  <a:cubicBezTo>
                    <a:pt x="675" y="536"/>
                    <a:pt x="651" y="594"/>
                    <a:pt x="687" y="533"/>
                  </a:cubicBezTo>
                  <a:cubicBezTo>
                    <a:pt x="698" y="514"/>
                    <a:pt x="717" y="474"/>
                    <a:pt x="717" y="474"/>
                  </a:cubicBezTo>
                  <a:cubicBezTo>
                    <a:pt x="719" y="462"/>
                    <a:pt x="720" y="449"/>
                    <a:pt x="724" y="437"/>
                  </a:cubicBezTo>
                  <a:cubicBezTo>
                    <a:pt x="727" y="429"/>
                    <a:pt x="736" y="423"/>
                    <a:pt x="739" y="415"/>
                  </a:cubicBezTo>
                  <a:cubicBezTo>
                    <a:pt x="750" y="382"/>
                    <a:pt x="760" y="332"/>
                    <a:pt x="768" y="296"/>
                  </a:cubicBezTo>
                  <a:cubicBezTo>
                    <a:pt x="766" y="257"/>
                    <a:pt x="766" y="217"/>
                    <a:pt x="761" y="178"/>
                  </a:cubicBezTo>
                  <a:cubicBezTo>
                    <a:pt x="754" y="127"/>
                    <a:pt x="750" y="142"/>
                    <a:pt x="724" y="111"/>
                  </a:cubicBezTo>
                  <a:cubicBezTo>
                    <a:pt x="653" y="27"/>
                    <a:pt x="566" y="24"/>
                    <a:pt x="465" y="0"/>
                  </a:cubicBezTo>
                  <a:cubicBezTo>
                    <a:pt x="370" y="4"/>
                    <a:pt x="294" y="6"/>
                    <a:pt x="205" y="30"/>
                  </a:cubicBezTo>
                  <a:cubicBezTo>
                    <a:pt x="154" y="63"/>
                    <a:pt x="144" y="53"/>
                    <a:pt x="183" y="67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IN"/>
            </a:p>
          </p:txBody>
        </p:sp>
      </p:grpSp>
      <p:grpSp>
        <p:nvGrpSpPr>
          <p:cNvPr id="1590280" name="Group 8">
            <a:extLst>
              <a:ext uri="{FF2B5EF4-FFF2-40B4-BE49-F238E27FC236}">
                <a16:creationId xmlns="" xmlns:a16="http://schemas.microsoft.com/office/drawing/2014/main" id="{546050E9-CBF1-AB4F-8FE9-845EEAED7507}"/>
              </a:ext>
            </a:extLst>
          </p:cNvPr>
          <p:cNvGrpSpPr>
            <a:grpSpLocks/>
          </p:cNvGrpSpPr>
          <p:nvPr/>
        </p:nvGrpSpPr>
        <p:grpSpPr bwMode="auto">
          <a:xfrm>
            <a:off x="8102600" y="2008189"/>
            <a:ext cx="2222500" cy="1990725"/>
            <a:chOff x="4144" y="1265"/>
            <a:chExt cx="1400" cy="1254"/>
          </a:xfrm>
        </p:grpSpPr>
        <p:sp>
          <p:nvSpPr>
            <p:cNvPr id="1590281" name="Rectangle 9">
              <a:extLst>
                <a:ext uri="{FF2B5EF4-FFF2-40B4-BE49-F238E27FC236}">
                  <a16:creationId xmlns="" xmlns:a16="http://schemas.microsoft.com/office/drawing/2014/main" id="{1F6E2C27-8F42-4A20-6475-F8108DD7AB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4" y="1265"/>
              <a:ext cx="1400" cy="1254"/>
            </a:xfrm>
            <a:prstGeom prst="rect">
              <a:avLst/>
            </a:prstGeom>
            <a:solidFill>
              <a:srgbClr val="FFFFFF"/>
            </a:solidFill>
            <a:ln w="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90282" name="Rectangle 10">
              <a:extLst>
                <a:ext uri="{FF2B5EF4-FFF2-40B4-BE49-F238E27FC236}">
                  <a16:creationId xmlns="" xmlns:a16="http://schemas.microsoft.com/office/drawing/2014/main" id="{303A9644-30B9-42C2-0E09-B0DC0DD218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78" y="1354"/>
              <a:ext cx="1201" cy="101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590283" name="Line 11">
              <a:extLst>
                <a:ext uri="{FF2B5EF4-FFF2-40B4-BE49-F238E27FC236}">
                  <a16:creationId xmlns="" xmlns:a16="http://schemas.microsoft.com/office/drawing/2014/main" id="{16E2E6B4-8244-BBCD-9BEE-63338E4196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78" y="2264"/>
              <a:ext cx="1201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590284" name="Line 12">
              <a:extLst>
                <a:ext uri="{FF2B5EF4-FFF2-40B4-BE49-F238E27FC236}">
                  <a16:creationId xmlns="" xmlns:a16="http://schemas.microsoft.com/office/drawing/2014/main" id="{D5535338-7E21-80DF-2B6D-3E4062993EC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78" y="2163"/>
              <a:ext cx="1201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590285" name="Line 13">
              <a:extLst>
                <a:ext uri="{FF2B5EF4-FFF2-40B4-BE49-F238E27FC236}">
                  <a16:creationId xmlns="" xmlns:a16="http://schemas.microsoft.com/office/drawing/2014/main" id="{D836FAFF-8969-58D0-7475-642CAEBC19C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78" y="2061"/>
              <a:ext cx="1201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590286" name="Line 14">
              <a:extLst>
                <a:ext uri="{FF2B5EF4-FFF2-40B4-BE49-F238E27FC236}">
                  <a16:creationId xmlns="" xmlns:a16="http://schemas.microsoft.com/office/drawing/2014/main" id="{D86F2CDA-274A-F2DC-A9A3-610D1D07F8F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78" y="1960"/>
              <a:ext cx="1201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590287" name="Line 15">
              <a:extLst>
                <a:ext uri="{FF2B5EF4-FFF2-40B4-BE49-F238E27FC236}">
                  <a16:creationId xmlns="" xmlns:a16="http://schemas.microsoft.com/office/drawing/2014/main" id="{120E0058-3DFA-7C28-D3FF-EB467903266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78" y="1858"/>
              <a:ext cx="1201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590288" name="Line 16">
              <a:extLst>
                <a:ext uri="{FF2B5EF4-FFF2-40B4-BE49-F238E27FC236}">
                  <a16:creationId xmlns="" xmlns:a16="http://schemas.microsoft.com/office/drawing/2014/main" id="{61ACD2C6-0EF9-2BF4-74D4-CDA75C1E3E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78" y="1760"/>
              <a:ext cx="1201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590289" name="Line 17">
              <a:extLst>
                <a:ext uri="{FF2B5EF4-FFF2-40B4-BE49-F238E27FC236}">
                  <a16:creationId xmlns="" xmlns:a16="http://schemas.microsoft.com/office/drawing/2014/main" id="{757452FE-B205-A923-C390-6B51D18D729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78" y="1659"/>
              <a:ext cx="1201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590290" name="Line 18">
              <a:extLst>
                <a:ext uri="{FF2B5EF4-FFF2-40B4-BE49-F238E27FC236}">
                  <a16:creationId xmlns="" xmlns:a16="http://schemas.microsoft.com/office/drawing/2014/main" id="{69F45A11-327C-09B8-F163-D7520CDDA39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78" y="1557"/>
              <a:ext cx="1201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590291" name="Line 19">
              <a:extLst>
                <a:ext uri="{FF2B5EF4-FFF2-40B4-BE49-F238E27FC236}">
                  <a16:creationId xmlns="" xmlns:a16="http://schemas.microsoft.com/office/drawing/2014/main" id="{5954F4D4-B853-425C-6A6C-1704AF877EE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78" y="1456"/>
              <a:ext cx="1201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590292" name="Line 20">
              <a:extLst>
                <a:ext uri="{FF2B5EF4-FFF2-40B4-BE49-F238E27FC236}">
                  <a16:creationId xmlns="" xmlns:a16="http://schemas.microsoft.com/office/drawing/2014/main" id="{AE52BE67-AC93-A72E-B770-9EB91BFB7D8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78" y="1354"/>
              <a:ext cx="1201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590293" name="Line 21">
              <a:extLst>
                <a:ext uri="{FF2B5EF4-FFF2-40B4-BE49-F238E27FC236}">
                  <a16:creationId xmlns="" xmlns:a16="http://schemas.microsoft.com/office/drawing/2014/main" id="{74E3BD71-E16E-CB4A-94CC-772A6D508EE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99" y="1354"/>
              <a:ext cx="1" cy="1012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590294" name="Line 22">
              <a:extLst>
                <a:ext uri="{FF2B5EF4-FFF2-40B4-BE49-F238E27FC236}">
                  <a16:creationId xmlns="" xmlns:a16="http://schemas.microsoft.com/office/drawing/2014/main" id="{77F66AF2-F1E6-C165-0F09-AC4F214D5CA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16" y="1354"/>
              <a:ext cx="1" cy="1012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590295" name="Line 23">
              <a:extLst>
                <a:ext uri="{FF2B5EF4-FFF2-40B4-BE49-F238E27FC236}">
                  <a16:creationId xmlns="" xmlns:a16="http://schemas.microsoft.com/office/drawing/2014/main" id="{39155AE9-D404-8065-1478-23E5918C7E8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38" y="1354"/>
              <a:ext cx="1" cy="1012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590296" name="Line 24">
              <a:extLst>
                <a:ext uri="{FF2B5EF4-FFF2-40B4-BE49-F238E27FC236}">
                  <a16:creationId xmlns="" xmlns:a16="http://schemas.microsoft.com/office/drawing/2014/main" id="{BA4D398C-50DB-6E54-7790-81B40ABE91A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59" y="1354"/>
              <a:ext cx="1" cy="1012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590297" name="Line 25">
              <a:extLst>
                <a:ext uri="{FF2B5EF4-FFF2-40B4-BE49-F238E27FC236}">
                  <a16:creationId xmlns="" xmlns:a16="http://schemas.microsoft.com/office/drawing/2014/main" id="{5520B72C-8C88-33E3-16F5-89D483167A9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80" y="1354"/>
              <a:ext cx="1" cy="1012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590298" name="Line 26">
              <a:extLst>
                <a:ext uri="{FF2B5EF4-FFF2-40B4-BE49-F238E27FC236}">
                  <a16:creationId xmlns="" xmlns:a16="http://schemas.microsoft.com/office/drawing/2014/main" id="{F50328B1-4E2C-5A97-BCBC-1C34A2BDA8D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98" y="1354"/>
              <a:ext cx="1" cy="1012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590299" name="Line 27">
              <a:extLst>
                <a:ext uri="{FF2B5EF4-FFF2-40B4-BE49-F238E27FC236}">
                  <a16:creationId xmlns="" xmlns:a16="http://schemas.microsoft.com/office/drawing/2014/main" id="{77A23799-9229-6A06-862B-CE292A4DF47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19" y="1354"/>
              <a:ext cx="1" cy="1012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590300" name="Line 28">
              <a:extLst>
                <a:ext uri="{FF2B5EF4-FFF2-40B4-BE49-F238E27FC236}">
                  <a16:creationId xmlns="" xmlns:a16="http://schemas.microsoft.com/office/drawing/2014/main" id="{5EFECE17-9A8C-71A5-ABA2-EBB486CCE2B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40" y="1354"/>
              <a:ext cx="1" cy="1012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590301" name="Line 29">
              <a:extLst>
                <a:ext uri="{FF2B5EF4-FFF2-40B4-BE49-F238E27FC236}">
                  <a16:creationId xmlns="" xmlns:a16="http://schemas.microsoft.com/office/drawing/2014/main" id="{D00B1B1A-E481-B46C-AD9D-5E04FFBA55B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58" y="1354"/>
              <a:ext cx="1" cy="1012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590302" name="Line 30">
              <a:extLst>
                <a:ext uri="{FF2B5EF4-FFF2-40B4-BE49-F238E27FC236}">
                  <a16:creationId xmlns="" xmlns:a16="http://schemas.microsoft.com/office/drawing/2014/main" id="{A8024B34-D038-3E48-1653-32905494299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479" y="1354"/>
              <a:ext cx="1" cy="1012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590303" name="Rectangle 31">
              <a:extLst>
                <a:ext uri="{FF2B5EF4-FFF2-40B4-BE49-F238E27FC236}">
                  <a16:creationId xmlns="" xmlns:a16="http://schemas.microsoft.com/office/drawing/2014/main" id="{11FB60A2-6E51-A2EE-3E0A-20270A8724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78" y="1354"/>
              <a:ext cx="1201" cy="1012"/>
            </a:xfrm>
            <a:prstGeom prst="rect">
              <a:avLst/>
            </a:prstGeom>
            <a:noFill/>
            <a:ln w="635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590304" name="Line 32">
              <a:extLst>
                <a:ext uri="{FF2B5EF4-FFF2-40B4-BE49-F238E27FC236}">
                  <a16:creationId xmlns="" xmlns:a16="http://schemas.microsoft.com/office/drawing/2014/main" id="{000DAC9A-A07D-6014-2CB3-3A78D2CF327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78" y="1354"/>
              <a:ext cx="1" cy="1012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590305" name="Line 33">
              <a:extLst>
                <a:ext uri="{FF2B5EF4-FFF2-40B4-BE49-F238E27FC236}">
                  <a16:creationId xmlns="" xmlns:a16="http://schemas.microsoft.com/office/drawing/2014/main" id="{BEC4DFD2-CEAD-CA5A-8109-AAF514980BB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66" y="2366"/>
              <a:ext cx="12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590306" name="Line 34">
              <a:extLst>
                <a:ext uri="{FF2B5EF4-FFF2-40B4-BE49-F238E27FC236}">
                  <a16:creationId xmlns="" xmlns:a16="http://schemas.microsoft.com/office/drawing/2014/main" id="{BE6970DC-4B45-851F-CA03-598E30710F5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66" y="2264"/>
              <a:ext cx="12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590307" name="Line 35">
              <a:extLst>
                <a:ext uri="{FF2B5EF4-FFF2-40B4-BE49-F238E27FC236}">
                  <a16:creationId xmlns="" xmlns:a16="http://schemas.microsoft.com/office/drawing/2014/main" id="{EE400A8C-C704-47AA-7035-D585BD70062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66" y="2163"/>
              <a:ext cx="12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590308" name="Line 36">
              <a:extLst>
                <a:ext uri="{FF2B5EF4-FFF2-40B4-BE49-F238E27FC236}">
                  <a16:creationId xmlns="" xmlns:a16="http://schemas.microsoft.com/office/drawing/2014/main" id="{42604525-E7CA-897E-64D8-C24236CD2C4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66" y="2061"/>
              <a:ext cx="12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590309" name="Line 37">
              <a:extLst>
                <a:ext uri="{FF2B5EF4-FFF2-40B4-BE49-F238E27FC236}">
                  <a16:creationId xmlns="" xmlns:a16="http://schemas.microsoft.com/office/drawing/2014/main" id="{4C74320A-0D1F-6F41-B143-2F7D2BC3743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66" y="1960"/>
              <a:ext cx="12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590310" name="Line 38">
              <a:extLst>
                <a:ext uri="{FF2B5EF4-FFF2-40B4-BE49-F238E27FC236}">
                  <a16:creationId xmlns="" xmlns:a16="http://schemas.microsoft.com/office/drawing/2014/main" id="{D6B7A6E1-E2FC-8B1B-BA7B-5FB0E24E6AB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66" y="1858"/>
              <a:ext cx="12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590311" name="Line 39">
              <a:extLst>
                <a:ext uri="{FF2B5EF4-FFF2-40B4-BE49-F238E27FC236}">
                  <a16:creationId xmlns="" xmlns:a16="http://schemas.microsoft.com/office/drawing/2014/main" id="{7FE2134A-0152-245B-2BC8-0F5BD670F19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66" y="1760"/>
              <a:ext cx="12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590312" name="Line 40">
              <a:extLst>
                <a:ext uri="{FF2B5EF4-FFF2-40B4-BE49-F238E27FC236}">
                  <a16:creationId xmlns="" xmlns:a16="http://schemas.microsoft.com/office/drawing/2014/main" id="{BCD1986B-FF8E-4973-C8CC-3BDFDF198F0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66" y="1659"/>
              <a:ext cx="12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590313" name="Line 41">
              <a:extLst>
                <a:ext uri="{FF2B5EF4-FFF2-40B4-BE49-F238E27FC236}">
                  <a16:creationId xmlns="" xmlns:a16="http://schemas.microsoft.com/office/drawing/2014/main" id="{DECAB393-966C-2BC3-6DA2-04A102B2D16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66" y="1557"/>
              <a:ext cx="12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590314" name="Line 42">
              <a:extLst>
                <a:ext uri="{FF2B5EF4-FFF2-40B4-BE49-F238E27FC236}">
                  <a16:creationId xmlns="" xmlns:a16="http://schemas.microsoft.com/office/drawing/2014/main" id="{C336A7A4-7E4E-9C71-57F9-510CE57EBC4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66" y="1456"/>
              <a:ext cx="12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590315" name="Line 43">
              <a:extLst>
                <a:ext uri="{FF2B5EF4-FFF2-40B4-BE49-F238E27FC236}">
                  <a16:creationId xmlns="" xmlns:a16="http://schemas.microsoft.com/office/drawing/2014/main" id="{7834A5D8-4FD4-4B8F-89A4-D2AC9C2A748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66" y="1354"/>
              <a:ext cx="12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590316" name="Line 44">
              <a:extLst>
                <a:ext uri="{FF2B5EF4-FFF2-40B4-BE49-F238E27FC236}">
                  <a16:creationId xmlns="" xmlns:a16="http://schemas.microsoft.com/office/drawing/2014/main" id="{FDC57E26-C25D-1FC5-03E6-2CBE5537418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78" y="2366"/>
              <a:ext cx="1201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590317" name="Line 45">
              <a:extLst>
                <a:ext uri="{FF2B5EF4-FFF2-40B4-BE49-F238E27FC236}">
                  <a16:creationId xmlns="" xmlns:a16="http://schemas.microsoft.com/office/drawing/2014/main" id="{9DBB732A-0871-A425-C0B1-14BD96FA9FC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278" y="2366"/>
              <a:ext cx="1" cy="13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590318" name="Line 46">
              <a:extLst>
                <a:ext uri="{FF2B5EF4-FFF2-40B4-BE49-F238E27FC236}">
                  <a16:creationId xmlns="" xmlns:a16="http://schemas.microsoft.com/office/drawing/2014/main" id="{CF78B7FB-5D85-6341-E55A-7FAD018285A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399" y="2366"/>
              <a:ext cx="1" cy="13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590319" name="Line 47">
              <a:extLst>
                <a:ext uri="{FF2B5EF4-FFF2-40B4-BE49-F238E27FC236}">
                  <a16:creationId xmlns="" xmlns:a16="http://schemas.microsoft.com/office/drawing/2014/main" id="{AD90F398-5007-DC00-C908-5B9C9A4B8A7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516" y="2366"/>
              <a:ext cx="1" cy="13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590320" name="Line 48">
              <a:extLst>
                <a:ext uri="{FF2B5EF4-FFF2-40B4-BE49-F238E27FC236}">
                  <a16:creationId xmlns="" xmlns:a16="http://schemas.microsoft.com/office/drawing/2014/main" id="{A901B3E9-0A0B-0F27-1C32-4B9677DF0EB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638" y="2366"/>
              <a:ext cx="1" cy="13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590321" name="Line 49">
              <a:extLst>
                <a:ext uri="{FF2B5EF4-FFF2-40B4-BE49-F238E27FC236}">
                  <a16:creationId xmlns="" xmlns:a16="http://schemas.microsoft.com/office/drawing/2014/main" id="{ACD6226D-60EE-CBEF-4796-9F61267518D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759" y="2366"/>
              <a:ext cx="1" cy="13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590322" name="Line 50">
              <a:extLst>
                <a:ext uri="{FF2B5EF4-FFF2-40B4-BE49-F238E27FC236}">
                  <a16:creationId xmlns="" xmlns:a16="http://schemas.microsoft.com/office/drawing/2014/main" id="{CFE2A2C0-E6BC-DCA7-07AD-8039993B671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880" y="2366"/>
              <a:ext cx="1" cy="13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590323" name="Line 51">
              <a:extLst>
                <a:ext uri="{FF2B5EF4-FFF2-40B4-BE49-F238E27FC236}">
                  <a16:creationId xmlns="" xmlns:a16="http://schemas.microsoft.com/office/drawing/2014/main" id="{3C40A202-F7F7-C9F5-8EF4-F8004EBCDCE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998" y="2366"/>
              <a:ext cx="1" cy="13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590324" name="Line 52">
              <a:extLst>
                <a:ext uri="{FF2B5EF4-FFF2-40B4-BE49-F238E27FC236}">
                  <a16:creationId xmlns="" xmlns:a16="http://schemas.microsoft.com/office/drawing/2014/main" id="{D5402014-782B-625E-2325-05CC38BD5B6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119" y="2366"/>
              <a:ext cx="1" cy="13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590325" name="Line 53">
              <a:extLst>
                <a:ext uri="{FF2B5EF4-FFF2-40B4-BE49-F238E27FC236}">
                  <a16:creationId xmlns="" xmlns:a16="http://schemas.microsoft.com/office/drawing/2014/main" id="{23D67598-D476-FF9E-79D0-F3A27989FFC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240" y="2366"/>
              <a:ext cx="1" cy="13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590326" name="Line 54">
              <a:extLst>
                <a:ext uri="{FF2B5EF4-FFF2-40B4-BE49-F238E27FC236}">
                  <a16:creationId xmlns="" xmlns:a16="http://schemas.microsoft.com/office/drawing/2014/main" id="{7F4739A5-D929-78F0-4467-29DC1102781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358" y="2366"/>
              <a:ext cx="1" cy="13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590327" name="Line 55">
              <a:extLst>
                <a:ext uri="{FF2B5EF4-FFF2-40B4-BE49-F238E27FC236}">
                  <a16:creationId xmlns="" xmlns:a16="http://schemas.microsoft.com/office/drawing/2014/main" id="{B9086EB3-944E-1065-5413-3DCD2D9D1F0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479" y="2366"/>
              <a:ext cx="1" cy="13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590328" name="Freeform 56">
              <a:extLst>
                <a:ext uri="{FF2B5EF4-FFF2-40B4-BE49-F238E27FC236}">
                  <a16:creationId xmlns="" xmlns:a16="http://schemas.microsoft.com/office/drawing/2014/main" id="{C657DBAD-90B5-85BC-546C-AEFEE8E8E2FF}"/>
                </a:ext>
              </a:extLst>
            </p:cNvPr>
            <p:cNvSpPr>
              <a:spLocks/>
            </p:cNvSpPr>
            <p:nvPr/>
          </p:nvSpPr>
          <p:spPr bwMode="auto">
            <a:xfrm>
              <a:off x="4609" y="1930"/>
              <a:ext cx="57" cy="59"/>
            </a:xfrm>
            <a:custGeom>
              <a:avLst/>
              <a:gdLst>
                <a:gd name="T0" fmla="*/ 29 w 57"/>
                <a:gd name="T1" fmla="*/ 0 h 59"/>
                <a:gd name="T2" fmla="*/ 57 w 57"/>
                <a:gd name="T3" fmla="*/ 30 h 59"/>
                <a:gd name="T4" fmla="*/ 29 w 57"/>
                <a:gd name="T5" fmla="*/ 59 h 59"/>
                <a:gd name="T6" fmla="*/ 0 w 57"/>
                <a:gd name="T7" fmla="*/ 30 h 59"/>
                <a:gd name="T8" fmla="*/ 29 w 57"/>
                <a:gd name="T9" fmla="*/ 0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7" h="59">
                  <a:moveTo>
                    <a:pt x="29" y="0"/>
                  </a:moveTo>
                  <a:lnTo>
                    <a:pt x="57" y="30"/>
                  </a:lnTo>
                  <a:lnTo>
                    <a:pt x="29" y="59"/>
                  </a:lnTo>
                  <a:lnTo>
                    <a:pt x="0" y="30"/>
                  </a:lnTo>
                  <a:lnTo>
                    <a:pt x="29" y="0"/>
                  </a:lnTo>
                  <a:close/>
                </a:path>
              </a:pathLst>
            </a:custGeom>
            <a:solidFill>
              <a:srgbClr val="00FFFF"/>
            </a:solidFill>
            <a:ln w="6350">
              <a:solidFill>
                <a:srgbClr val="00008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90329" name="Freeform 57">
              <a:extLst>
                <a:ext uri="{FF2B5EF4-FFF2-40B4-BE49-F238E27FC236}">
                  <a16:creationId xmlns="" xmlns:a16="http://schemas.microsoft.com/office/drawing/2014/main" id="{E90C39CE-93AE-483B-7E36-CD1543116F88}"/>
                </a:ext>
              </a:extLst>
            </p:cNvPr>
            <p:cNvSpPr>
              <a:spLocks/>
            </p:cNvSpPr>
            <p:nvPr/>
          </p:nvSpPr>
          <p:spPr bwMode="auto">
            <a:xfrm>
              <a:off x="4609" y="1731"/>
              <a:ext cx="57" cy="59"/>
            </a:xfrm>
            <a:custGeom>
              <a:avLst/>
              <a:gdLst>
                <a:gd name="T0" fmla="*/ 29 w 57"/>
                <a:gd name="T1" fmla="*/ 0 h 59"/>
                <a:gd name="T2" fmla="*/ 57 w 57"/>
                <a:gd name="T3" fmla="*/ 29 h 59"/>
                <a:gd name="T4" fmla="*/ 29 w 57"/>
                <a:gd name="T5" fmla="*/ 59 h 59"/>
                <a:gd name="T6" fmla="*/ 0 w 57"/>
                <a:gd name="T7" fmla="*/ 29 h 59"/>
                <a:gd name="T8" fmla="*/ 29 w 57"/>
                <a:gd name="T9" fmla="*/ 0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7" h="59">
                  <a:moveTo>
                    <a:pt x="29" y="0"/>
                  </a:moveTo>
                  <a:lnTo>
                    <a:pt x="57" y="29"/>
                  </a:lnTo>
                  <a:lnTo>
                    <a:pt x="29" y="59"/>
                  </a:lnTo>
                  <a:lnTo>
                    <a:pt x="0" y="29"/>
                  </a:lnTo>
                  <a:lnTo>
                    <a:pt x="29" y="0"/>
                  </a:lnTo>
                  <a:close/>
                </a:path>
              </a:pathLst>
            </a:custGeom>
            <a:solidFill>
              <a:srgbClr val="00FFFF"/>
            </a:solidFill>
            <a:ln w="6350">
              <a:solidFill>
                <a:srgbClr val="00008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90330" name="Freeform 58">
              <a:extLst>
                <a:ext uri="{FF2B5EF4-FFF2-40B4-BE49-F238E27FC236}">
                  <a16:creationId xmlns="" xmlns:a16="http://schemas.microsoft.com/office/drawing/2014/main" id="{109DAD11-CB7E-A4E8-725D-409F4FCC350A}"/>
                </a:ext>
              </a:extLst>
            </p:cNvPr>
            <p:cNvSpPr>
              <a:spLocks/>
            </p:cNvSpPr>
            <p:nvPr/>
          </p:nvSpPr>
          <p:spPr bwMode="auto">
            <a:xfrm>
              <a:off x="5091" y="2032"/>
              <a:ext cx="56" cy="59"/>
            </a:xfrm>
            <a:custGeom>
              <a:avLst/>
              <a:gdLst>
                <a:gd name="T0" fmla="*/ 28 w 56"/>
                <a:gd name="T1" fmla="*/ 0 h 59"/>
                <a:gd name="T2" fmla="*/ 56 w 56"/>
                <a:gd name="T3" fmla="*/ 29 h 59"/>
                <a:gd name="T4" fmla="*/ 28 w 56"/>
                <a:gd name="T5" fmla="*/ 59 h 59"/>
                <a:gd name="T6" fmla="*/ 0 w 56"/>
                <a:gd name="T7" fmla="*/ 29 h 59"/>
                <a:gd name="T8" fmla="*/ 28 w 56"/>
                <a:gd name="T9" fmla="*/ 0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6" h="59">
                  <a:moveTo>
                    <a:pt x="28" y="0"/>
                  </a:moveTo>
                  <a:lnTo>
                    <a:pt x="56" y="29"/>
                  </a:lnTo>
                  <a:lnTo>
                    <a:pt x="28" y="59"/>
                  </a:lnTo>
                  <a:lnTo>
                    <a:pt x="0" y="29"/>
                  </a:lnTo>
                  <a:lnTo>
                    <a:pt x="28" y="0"/>
                  </a:lnTo>
                  <a:close/>
                </a:path>
              </a:pathLst>
            </a:custGeom>
            <a:solidFill>
              <a:srgbClr val="000080"/>
            </a:solidFill>
            <a:ln w="6350">
              <a:solidFill>
                <a:srgbClr val="00008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90331" name="Freeform 59">
              <a:extLst>
                <a:ext uri="{FF2B5EF4-FFF2-40B4-BE49-F238E27FC236}">
                  <a16:creationId xmlns="" xmlns:a16="http://schemas.microsoft.com/office/drawing/2014/main" id="{4AEAA0E8-7A51-EB94-59DF-D1945D5D86A4}"/>
                </a:ext>
              </a:extLst>
            </p:cNvPr>
            <p:cNvSpPr>
              <a:spLocks/>
            </p:cNvSpPr>
            <p:nvPr/>
          </p:nvSpPr>
          <p:spPr bwMode="auto">
            <a:xfrm>
              <a:off x="4731" y="1629"/>
              <a:ext cx="56" cy="59"/>
            </a:xfrm>
            <a:custGeom>
              <a:avLst/>
              <a:gdLst>
                <a:gd name="T0" fmla="*/ 28 w 56"/>
                <a:gd name="T1" fmla="*/ 0 h 59"/>
                <a:gd name="T2" fmla="*/ 56 w 56"/>
                <a:gd name="T3" fmla="*/ 30 h 59"/>
                <a:gd name="T4" fmla="*/ 28 w 56"/>
                <a:gd name="T5" fmla="*/ 59 h 59"/>
                <a:gd name="T6" fmla="*/ 0 w 56"/>
                <a:gd name="T7" fmla="*/ 30 h 59"/>
                <a:gd name="T8" fmla="*/ 28 w 56"/>
                <a:gd name="T9" fmla="*/ 0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6" h="59">
                  <a:moveTo>
                    <a:pt x="28" y="0"/>
                  </a:moveTo>
                  <a:lnTo>
                    <a:pt x="56" y="30"/>
                  </a:lnTo>
                  <a:lnTo>
                    <a:pt x="28" y="59"/>
                  </a:lnTo>
                  <a:lnTo>
                    <a:pt x="0" y="30"/>
                  </a:lnTo>
                  <a:lnTo>
                    <a:pt x="28" y="0"/>
                  </a:lnTo>
                  <a:close/>
                </a:path>
              </a:pathLst>
            </a:custGeom>
            <a:solidFill>
              <a:srgbClr val="00FFFF"/>
            </a:solidFill>
            <a:ln w="6350">
              <a:solidFill>
                <a:srgbClr val="00008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90332" name="Freeform 60">
              <a:extLst>
                <a:ext uri="{FF2B5EF4-FFF2-40B4-BE49-F238E27FC236}">
                  <a16:creationId xmlns="" xmlns:a16="http://schemas.microsoft.com/office/drawing/2014/main" id="{AEC5CD53-6B7D-45E2-C94D-C360DF88FEAD}"/>
                </a:ext>
              </a:extLst>
            </p:cNvPr>
            <p:cNvSpPr>
              <a:spLocks/>
            </p:cNvSpPr>
            <p:nvPr/>
          </p:nvSpPr>
          <p:spPr bwMode="auto">
            <a:xfrm>
              <a:off x="4609" y="1528"/>
              <a:ext cx="57" cy="59"/>
            </a:xfrm>
            <a:custGeom>
              <a:avLst/>
              <a:gdLst>
                <a:gd name="T0" fmla="*/ 29 w 57"/>
                <a:gd name="T1" fmla="*/ 0 h 59"/>
                <a:gd name="T2" fmla="*/ 57 w 57"/>
                <a:gd name="T3" fmla="*/ 29 h 59"/>
                <a:gd name="T4" fmla="*/ 29 w 57"/>
                <a:gd name="T5" fmla="*/ 59 h 59"/>
                <a:gd name="T6" fmla="*/ 0 w 57"/>
                <a:gd name="T7" fmla="*/ 29 h 59"/>
                <a:gd name="T8" fmla="*/ 29 w 57"/>
                <a:gd name="T9" fmla="*/ 0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7" h="59">
                  <a:moveTo>
                    <a:pt x="29" y="0"/>
                  </a:moveTo>
                  <a:lnTo>
                    <a:pt x="57" y="29"/>
                  </a:lnTo>
                  <a:lnTo>
                    <a:pt x="29" y="59"/>
                  </a:lnTo>
                  <a:lnTo>
                    <a:pt x="0" y="29"/>
                  </a:lnTo>
                  <a:lnTo>
                    <a:pt x="29" y="0"/>
                  </a:lnTo>
                  <a:close/>
                </a:path>
              </a:pathLst>
            </a:custGeom>
            <a:solidFill>
              <a:srgbClr val="00FFFF"/>
            </a:solidFill>
            <a:ln w="6350">
              <a:solidFill>
                <a:srgbClr val="00008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90333" name="Freeform 61">
              <a:extLst>
                <a:ext uri="{FF2B5EF4-FFF2-40B4-BE49-F238E27FC236}">
                  <a16:creationId xmlns="" xmlns:a16="http://schemas.microsoft.com/office/drawing/2014/main" id="{799B5D6C-8A53-2BF3-6F49-435E3F8B2138}"/>
                </a:ext>
              </a:extLst>
            </p:cNvPr>
            <p:cNvSpPr>
              <a:spLocks/>
            </p:cNvSpPr>
            <p:nvPr/>
          </p:nvSpPr>
          <p:spPr bwMode="auto">
            <a:xfrm>
              <a:off x="5212" y="1832"/>
              <a:ext cx="57" cy="60"/>
            </a:xfrm>
            <a:custGeom>
              <a:avLst/>
              <a:gdLst>
                <a:gd name="T0" fmla="*/ 28 w 57"/>
                <a:gd name="T1" fmla="*/ 0 h 60"/>
                <a:gd name="T2" fmla="*/ 57 w 57"/>
                <a:gd name="T3" fmla="*/ 30 h 60"/>
                <a:gd name="T4" fmla="*/ 28 w 57"/>
                <a:gd name="T5" fmla="*/ 60 h 60"/>
                <a:gd name="T6" fmla="*/ 0 w 57"/>
                <a:gd name="T7" fmla="*/ 30 h 60"/>
                <a:gd name="T8" fmla="*/ 28 w 57"/>
                <a:gd name="T9" fmla="*/ 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7" h="60">
                  <a:moveTo>
                    <a:pt x="28" y="0"/>
                  </a:moveTo>
                  <a:lnTo>
                    <a:pt x="57" y="30"/>
                  </a:lnTo>
                  <a:lnTo>
                    <a:pt x="28" y="60"/>
                  </a:lnTo>
                  <a:lnTo>
                    <a:pt x="0" y="30"/>
                  </a:lnTo>
                  <a:lnTo>
                    <a:pt x="28" y="0"/>
                  </a:lnTo>
                  <a:close/>
                </a:path>
              </a:pathLst>
            </a:custGeom>
            <a:solidFill>
              <a:srgbClr val="000080"/>
            </a:solidFill>
            <a:ln w="6350">
              <a:solidFill>
                <a:srgbClr val="00008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90334" name="Freeform 62">
              <a:extLst>
                <a:ext uri="{FF2B5EF4-FFF2-40B4-BE49-F238E27FC236}">
                  <a16:creationId xmlns="" xmlns:a16="http://schemas.microsoft.com/office/drawing/2014/main" id="{258697D4-C2BD-17C4-21DB-CCAD55F6E03B}"/>
                </a:ext>
              </a:extLst>
            </p:cNvPr>
            <p:cNvSpPr>
              <a:spLocks/>
            </p:cNvSpPr>
            <p:nvPr/>
          </p:nvSpPr>
          <p:spPr bwMode="auto">
            <a:xfrm>
              <a:off x="4731" y="1832"/>
              <a:ext cx="56" cy="60"/>
            </a:xfrm>
            <a:custGeom>
              <a:avLst/>
              <a:gdLst>
                <a:gd name="T0" fmla="*/ 28 w 56"/>
                <a:gd name="T1" fmla="*/ 0 h 60"/>
                <a:gd name="T2" fmla="*/ 56 w 56"/>
                <a:gd name="T3" fmla="*/ 30 h 60"/>
                <a:gd name="T4" fmla="*/ 28 w 56"/>
                <a:gd name="T5" fmla="*/ 60 h 60"/>
                <a:gd name="T6" fmla="*/ 0 w 56"/>
                <a:gd name="T7" fmla="*/ 30 h 60"/>
                <a:gd name="T8" fmla="*/ 28 w 56"/>
                <a:gd name="T9" fmla="*/ 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6" h="60">
                  <a:moveTo>
                    <a:pt x="28" y="0"/>
                  </a:moveTo>
                  <a:lnTo>
                    <a:pt x="56" y="30"/>
                  </a:lnTo>
                  <a:lnTo>
                    <a:pt x="28" y="60"/>
                  </a:lnTo>
                  <a:lnTo>
                    <a:pt x="0" y="30"/>
                  </a:lnTo>
                  <a:lnTo>
                    <a:pt x="28" y="0"/>
                  </a:lnTo>
                  <a:close/>
                </a:path>
              </a:pathLst>
            </a:custGeom>
            <a:solidFill>
              <a:srgbClr val="00FFFF"/>
            </a:solidFill>
            <a:ln w="6350">
              <a:solidFill>
                <a:srgbClr val="00008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90335" name="Freeform 63">
              <a:extLst>
                <a:ext uri="{FF2B5EF4-FFF2-40B4-BE49-F238E27FC236}">
                  <a16:creationId xmlns="" xmlns:a16="http://schemas.microsoft.com/office/drawing/2014/main" id="{80032AD6-5461-C009-CAA9-2FE581E9DFD1}"/>
                </a:ext>
              </a:extLst>
            </p:cNvPr>
            <p:cNvSpPr>
              <a:spLocks/>
            </p:cNvSpPr>
            <p:nvPr/>
          </p:nvSpPr>
          <p:spPr bwMode="auto">
            <a:xfrm>
              <a:off x="4852" y="2235"/>
              <a:ext cx="57" cy="59"/>
            </a:xfrm>
            <a:custGeom>
              <a:avLst/>
              <a:gdLst>
                <a:gd name="T0" fmla="*/ 28 w 57"/>
                <a:gd name="T1" fmla="*/ 0 h 59"/>
                <a:gd name="T2" fmla="*/ 57 w 57"/>
                <a:gd name="T3" fmla="*/ 29 h 59"/>
                <a:gd name="T4" fmla="*/ 28 w 57"/>
                <a:gd name="T5" fmla="*/ 59 h 59"/>
                <a:gd name="T6" fmla="*/ 0 w 57"/>
                <a:gd name="T7" fmla="*/ 29 h 59"/>
                <a:gd name="T8" fmla="*/ 28 w 57"/>
                <a:gd name="T9" fmla="*/ 0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7" h="59">
                  <a:moveTo>
                    <a:pt x="28" y="0"/>
                  </a:moveTo>
                  <a:lnTo>
                    <a:pt x="57" y="29"/>
                  </a:lnTo>
                  <a:lnTo>
                    <a:pt x="28" y="59"/>
                  </a:lnTo>
                  <a:lnTo>
                    <a:pt x="0" y="29"/>
                  </a:lnTo>
                  <a:lnTo>
                    <a:pt x="28" y="0"/>
                  </a:lnTo>
                  <a:close/>
                </a:path>
              </a:pathLst>
            </a:custGeom>
            <a:solidFill>
              <a:srgbClr val="00FFFF"/>
            </a:solidFill>
            <a:ln w="6350">
              <a:solidFill>
                <a:srgbClr val="00008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90336" name="Freeform 64">
              <a:extLst>
                <a:ext uri="{FF2B5EF4-FFF2-40B4-BE49-F238E27FC236}">
                  <a16:creationId xmlns="" xmlns:a16="http://schemas.microsoft.com/office/drawing/2014/main" id="{42AB9669-377C-EF01-80D5-F7283A63F669}"/>
                </a:ext>
              </a:extLst>
            </p:cNvPr>
            <p:cNvSpPr>
              <a:spLocks/>
            </p:cNvSpPr>
            <p:nvPr/>
          </p:nvSpPr>
          <p:spPr bwMode="auto">
            <a:xfrm>
              <a:off x="5091" y="1930"/>
              <a:ext cx="56" cy="59"/>
            </a:xfrm>
            <a:custGeom>
              <a:avLst/>
              <a:gdLst>
                <a:gd name="T0" fmla="*/ 28 w 56"/>
                <a:gd name="T1" fmla="*/ 0 h 59"/>
                <a:gd name="T2" fmla="*/ 56 w 56"/>
                <a:gd name="T3" fmla="*/ 30 h 59"/>
                <a:gd name="T4" fmla="*/ 28 w 56"/>
                <a:gd name="T5" fmla="*/ 59 h 59"/>
                <a:gd name="T6" fmla="*/ 0 w 56"/>
                <a:gd name="T7" fmla="*/ 30 h 59"/>
                <a:gd name="T8" fmla="*/ 28 w 56"/>
                <a:gd name="T9" fmla="*/ 0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6" h="59">
                  <a:moveTo>
                    <a:pt x="28" y="0"/>
                  </a:moveTo>
                  <a:lnTo>
                    <a:pt x="56" y="30"/>
                  </a:lnTo>
                  <a:lnTo>
                    <a:pt x="28" y="59"/>
                  </a:lnTo>
                  <a:lnTo>
                    <a:pt x="0" y="30"/>
                  </a:lnTo>
                  <a:lnTo>
                    <a:pt x="28" y="0"/>
                  </a:lnTo>
                  <a:close/>
                </a:path>
              </a:pathLst>
            </a:custGeom>
            <a:solidFill>
              <a:srgbClr val="000080"/>
            </a:solidFill>
            <a:ln w="6350">
              <a:solidFill>
                <a:srgbClr val="00008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90337" name="Freeform 65">
              <a:extLst>
                <a:ext uri="{FF2B5EF4-FFF2-40B4-BE49-F238E27FC236}">
                  <a16:creationId xmlns="" xmlns:a16="http://schemas.microsoft.com/office/drawing/2014/main" id="{5CED06E1-58D2-8CF8-F1DD-FC4DC81A7F5E}"/>
                </a:ext>
              </a:extLst>
            </p:cNvPr>
            <p:cNvSpPr>
              <a:spLocks/>
            </p:cNvSpPr>
            <p:nvPr/>
          </p:nvSpPr>
          <p:spPr bwMode="auto">
            <a:xfrm>
              <a:off x="4852" y="1832"/>
              <a:ext cx="57" cy="60"/>
            </a:xfrm>
            <a:custGeom>
              <a:avLst/>
              <a:gdLst>
                <a:gd name="T0" fmla="*/ 28 w 57"/>
                <a:gd name="T1" fmla="*/ 0 h 60"/>
                <a:gd name="T2" fmla="*/ 57 w 57"/>
                <a:gd name="T3" fmla="*/ 30 h 60"/>
                <a:gd name="T4" fmla="*/ 28 w 57"/>
                <a:gd name="T5" fmla="*/ 60 h 60"/>
                <a:gd name="T6" fmla="*/ 0 w 57"/>
                <a:gd name="T7" fmla="*/ 30 h 60"/>
                <a:gd name="T8" fmla="*/ 28 w 57"/>
                <a:gd name="T9" fmla="*/ 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7" h="60">
                  <a:moveTo>
                    <a:pt x="28" y="0"/>
                  </a:moveTo>
                  <a:lnTo>
                    <a:pt x="57" y="30"/>
                  </a:lnTo>
                  <a:lnTo>
                    <a:pt x="28" y="60"/>
                  </a:lnTo>
                  <a:lnTo>
                    <a:pt x="0" y="30"/>
                  </a:lnTo>
                  <a:lnTo>
                    <a:pt x="28" y="0"/>
                  </a:lnTo>
                  <a:close/>
                </a:path>
              </a:pathLst>
            </a:custGeom>
            <a:solidFill>
              <a:srgbClr val="000080"/>
            </a:solidFill>
            <a:ln w="6350">
              <a:solidFill>
                <a:srgbClr val="00008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90338" name="Oval 66">
              <a:extLst>
                <a:ext uri="{FF2B5EF4-FFF2-40B4-BE49-F238E27FC236}">
                  <a16:creationId xmlns="" xmlns:a16="http://schemas.microsoft.com/office/drawing/2014/main" id="{A40064FF-E2E4-02CC-EF1C-3E78CBCE6B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86" y="1811"/>
              <a:ext cx="53" cy="55"/>
            </a:xfrm>
            <a:prstGeom prst="ellipse">
              <a:avLst/>
            </a:prstGeom>
            <a:solidFill>
              <a:srgbClr val="FF0000"/>
            </a:solidFill>
            <a:ln w="635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90339" name="Oval 67">
              <a:extLst>
                <a:ext uri="{FF2B5EF4-FFF2-40B4-BE49-F238E27FC236}">
                  <a16:creationId xmlns="" xmlns:a16="http://schemas.microsoft.com/office/drawing/2014/main" id="{C787E8DA-8ABB-43D8-3B9A-0821CEB52A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54" y="1900"/>
              <a:ext cx="53" cy="55"/>
            </a:xfrm>
            <a:prstGeom prst="ellipse">
              <a:avLst/>
            </a:prstGeom>
            <a:solidFill>
              <a:srgbClr val="FF0000"/>
            </a:solidFill>
            <a:ln w="635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90340" name="Rectangle 68">
              <a:extLst>
                <a:ext uri="{FF2B5EF4-FFF2-40B4-BE49-F238E27FC236}">
                  <a16:creationId xmlns="" xmlns:a16="http://schemas.microsoft.com/office/drawing/2014/main" id="{C7187153-8BBC-4994-702F-CBD989858E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1" y="2336"/>
              <a:ext cx="27" cy="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ko-KR" altLang="en-US" sz="600">
                  <a:latin typeface="Arial" panose="020B0604020202020204" pitchFamily="34" charset="0"/>
                  <a:ea typeface="굴림" panose="020B0503020000020004" pitchFamily="34" charset="-127"/>
                </a:rPr>
                <a:t>0</a:t>
              </a:r>
              <a:endParaRPr lang="ko-KR" altLang="en-US">
                <a:ea typeface="굴림" panose="020B0503020000020004" pitchFamily="34" charset="-127"/>
              </a:endParaRPr>
            </a:p>
          </p:txBody>
        </p:sp>
        <p:sp>
          <p:nvSpPr>
            <p:cNvPr id="1590341" name="Rectangle 69">
              <a:extLst>
                <a:ext uri="{FF2B5EF4-FFF2-40B4-BE49-F238E27FC236}">
                  <a16:creationId xmlns="" xmlns:a16="http://schemas.microsoft.com/office/drawing/2014/main" id="{02BBA51D-AA33-9DC4-4DC9-A8B15C0FA7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1" y="2235"/>
              <a:ext cx="27" cy="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ko-KR" altLang="en-US" sz="600">
                  <a:latin typeface="Arial" panose="020B0604020202020204" pitchFamily="34" charset="0"/>
                  <a:ea typeface="굴림" panose="020B0503020000020004" pitchFamily="34" charset="-127"/>
                </a:rPr>
                <a:t>1</a:t>
              </a:r>
              <a:endParaRPr lang="ko-KR" altLang="en-US">
                <a:ea typeface="굴림" panose="020B0503020000020004" pitchFamily="34" charset="-127"/>
              </a:endParaRPr>
            </a:p>
          </p:txBody>
        </p:sp>
        <p:sp>
          <p:nvSpPr>
            <p:cNvPr id="1590342" name="Rectangle 70">
              <a:extLst>
                <a:ext uri="{FF2B5EF4-FFF2-40B4-BE49-F238E27FC236}">
                  <a16:creationId xmlns="" xmlns:a16="http://schemas.microsoft.com/office/drawing/2014/main" id="{14779281-CBB6-D630-955B-34DC186585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1" y="2133"/>
              <a:ext cx="27" cy="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ko-KR" altLang="en-US" sz="600">
                  <a:latin typeface="Arial" panose="020B0604020202020204" pitchFamily="34" charset="0"/>
                  <a:ea typeface="굴림" panose="020B0503020000020004" pitchFamily="34" charset="-127"/>
                </a:rPr>
                <a:t>2</a:t>
              </a:r>
              <a:endParaRPr lang="ko-KR" altLang="en-US">
                <a:ea typeface="굴림" panose="020B0503020000020004" pitchFamily="34" charset="-127"/>
              </a:endParaRPr>
            </a:p>
          </p:txBody>
        </p:sp>
        <p:sp>
          <p:nvSpPr>
            <p:cNvPr id="1590343" name="Rectangle 71">
              <a:extLst>
                <a:ext uri="{FF2B5EF4-FFF2-40B4-BE49-F238E27FC236}">
                  <a16:creationId xmlns="" xmlns:a16="http://schemas.microsoft.com/office/drawing/2014/main" id="{742894D3-75AE-9E24-08FE-928924CA8F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1" y="2032"/>
              <a:ext cx="27" cy="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ko-KR" altLang="en-US" sz="600">
                  <a:latin typeface="Arial" panose="020B0604020202020204" pitchFamily="34" charset="0"/>
                  <a:ea typeface="굴림" panose="020B0503020000020004" pitchFamily="34" charset="-127"/>
                </a:rPr>
                <a:t>3</a:t>
              </a:r>
              <a:endParaRPr lang="ko-KR" altLang="en-US">
                <a:ea typeface="굴림" panose="020B0503020000020004" pitchFamily="34" charset="-127"/>
              </a:endParaRPr>
            </a:p>
          </p:txBody>
        </p:sp>
        <p:sp>
          <p:nvSpPr>
            <p:cNvPr id="1590344" name="Rectangle 72">
              <a:extLst>
                <a:ext uri="{FF2B5EF4-FFF2-40B4-BE49-F238E27FC236}">
                  <a16:creationId xmlns="" xmlns:a16="http://schemas.microsoft.com/office/drawing/2014/main" id="{95D93C9C-648F-0143-AD4A-A306D2E567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1" y="1930"/>
              <a:ext cx="27" cy="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ko-KR" altLang="en-US" sz="600">
                  <a:latin typeface="Arial" panose="020B0604020202020204" pitchFamily="34" charset="0"/>
                  <a:ea typeface="굴림" panose="020B0503020000020004" pitchFamily="34" charset="-127"/>
                </a:rPr>
                <a:t>4</a:t>
              </a:r>
              <a:endParaRPr lang="ko-KR" altLang="en-US">
                <a:ea typeface="굴림" panose="020B0503020000020004" pitchFamily="34" charset="-127"/>
              </a:endParaRPr>
            </a:p>
          </p:txBody>
        </p:sp>
        <p:sp>
          <p:nvSpPr>
            <p:cNvPr id="1590345" name="Rectangle 73">
              <a:extLst>
                <a:ext uri="{FF2B5EF4-FFF2-40B4-BE49-F238E27FC236}">
                  <a16:creationId xmlns="" xmlns:a16="http://schemas.microsoft.com/office/drawing/2014/main" id="{5B6C42CE-F56D-2AFD-623E-7EF8F7862D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1" y="1828"/>
              <a:ext cx="27" cy="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ko-KR" altLang="en-US" sz="600">
                  <a:latin typeface="Arial" panose="020B0604020202020204" pitchFamily="34" charset="0"/>
                  <a:ea typeface="굴림" panose="020B0503020000020004" pitchFamily="34" charset="-127"/>
                </a:rPr>
                <a:t>5</a:t>
              </a:r>
              <a:endParaRPr lang="ko-KR" altLang="en-US">
                <a:ea typeface="굴림" panose="020B0503020000020004" pitchFamily="34" charset="-127"/>
              </a:endParaRPr>
            </a:p>
          </p:txBody>
        </p:sp>
        <p:sp>
          <p:nvSpPr>
            <p:cNvPr id="1590346" name="Rectangle 74">
              <a:extLst>
                <a:ext uri="{FF2B5EF4-FFF2-40B4-BE49-F238E27FC236}">
                  <a16:creationId xmlns="" xmlns:a16="http://schemas.microsoft.com/office/drawing/2014/main" id="{8AA75B9A-20A1-20A1-6893-A7F6D92147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1" y="1731"/>
              <a:ext cx="27" cy="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ko-KR" altLang="en-US" sz="600">
                  <a:latin typeface="Arial" panose="020B0604020202020204" pitchFamily="34" charset="0"/>
                  <a:ea typeface="굴림" panose="020B0503020000020004" pitchFamily="34" charset="-127"/>
                </a:rPr>
                <a:t>6</a:t>
              </a:r>
              <a:endParaRPr lang="ko-KR" altLang="en-US">
                <a:ea typeface="굴림" panose="020B0503020000020004" pitchFamily="34" charset="-127"/>
              </a:endParaRPr>
            </a:p>
          </p:txBody>
        </p:sp>
        <p:sp>
          <p:nvSpPr>
            <p:cNvPr id="1590347" name="Rectangle 75">
              <a:extLst>
                <a:ext uri="{FF2B5EF4-FFF2-40B4-BE49-F238E27FC236}">
                  <a16:creationId xmlns="" xmlns:a16="http://schemas.microsoft.com/office/drawing/2014/main" id="{D0ED6AFC-9496-5EFB-871E-1CAE0D584E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1" y="1629"/>
              <a:ext cx="27" cy="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ko-KR" altLang="en-US" sz="600">
                  <a:latin typeface="Arial" panose="020B0604020202020204" pitchFamily="34" charset="0"/>
                  <a:ea typeface="굴림" panose="020B0503020000020004" pitchFamily="34" charset="-127"/>
                </a:rPr>
                <a:t>7</a:t>
              </a:r>
              <a:endParaRPr lang="ko-KR" altLang="en-US">
                <a:ea typeface="굴림" panose="020B0503020000020004" pitchFamily="34" charset="-127"/>
              </a:endParaRPr>
            </a:p>
          </p:txBody>
        </p:sp>
        <p:sp>
          <p:nvSpPr>
            <p:cNvPr id="1590348" name="Rectangle 76">
              <a:extLst>
                <a:ext uri="{FF2B5EF4-FFF2-40B4-BE49-F238E27FC236}">
                  <a16:creationId xmlns="" xmlns:a16="http://schemas.microsoft.com/office/drawing/2014/main" id="{50ABFE12-34EC-0C9A-43C8-C61D61D689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1" y="1528"/>
              <a:ext cx="27" cy="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ko-KR" altLang="en-US" sz="600">
                  <a:latin typeface="Arial" panose="020B0604020202020204" pitchFamily="34" charset="0"/>
                  <a:ea typeface="굴림" panose="020B0503020000020004" pitchFamily="34" charset="-127"/>
                </a:rPr>
                <a:t>8</a:t>
              </a:r>
              <a:endParaRPr lang="ko-KR" altLang="en-US">
                <a:ea typeface="굴림" panose="020B0503020000020004" pitchFamily="34" charset="-127"/>
              </a:endParaRPr>
            </a:p>
          </p:txBody>
        </p:sp>
        <p:sp>
          <p:nvSpPr>
            <p:cNvPr id="1590349" name="Rectangle 77">
              <a:extLst>
                <a:ext uri="{FF2B5EF4-FFF2-40B4-BE49-F238E27FC236}">
                  <a16:creationId xmlns="" xmlns:a16="http://schemas.microsoft.com/office/drawing/2014/main" id="{D3E42216-661C-263B-34D2-8B3C2B29F0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1" y="1426"/>
              <a:ext cx="27" cy="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ko-KR" altLang="en-US" sz="600">
                  <a:latin typeface="Arial" panose="020B0604020202020204" pitchFamily="34" charset="0"/>
                  <a:ea typeface="굴림" panose="020B0503020000020004" pitchFamily="34" charset="-127"/>
                </a:rPr>
                <a:t>9</a:t>
              </a:r>
              <a:endParaRPr lang="ko-KR" altLang="en-US">
                <a:ea typeface="굴림" panose="020B0503020000020004" pitchFamily="34" charset="-127"/>
              </a:endParaRPr>
            </a:p>
          </p:txBody>
        </p:sp>
        <p:sp>
          <p:nvSpPr>
            <p:cNvPr id="1590350" name="Rectangle 78">
              <a:extLst>
                <a:ext uri="{FF2B5EF4-FFF2-40B4-BE49-F238E27FC236}">
                  <a16:creationId xmlns="" xmlns:a16="http://schemas.microsoft.com/office/drawing/2014/main" id="{B36B7846-0602-66E6-F64B-C66D6D3F77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97" y="1324"/>
              <a:ext cx="55" cy="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ko-KR" altLang="en-US" sz="600">
                  <a:latin typeface="Arial" panose="020B0604020202020204" pitchFamily="34" charset="0"/>
                  <a:ea typeface="굴림" panose="020B0503020000020004" pitchFamily="34" charset="-127"/>
                </a:rPr>
                <a:t>10</a:t>
              </a:r>
              <a:endParaRPr lang="ko-KR" altLang="en-US">
                <a:ea typeface="굴림" panose="020B0503020000020004" pitchFamily="34" charset="-127"/>
              </a:endParaRPr>
            </a:p>
          </p:txBody>
        </p:sp>
        <p:sp>
          <p:nvSpPr>
            <p:cNvPr id="1590351" name="Rectangle 79">
              <a:extLst>
                <a:ext uri="{FF2B5EF4-FFF2-40B4-BE49-F238E27FC236}">
                  <a16:creationId xmlns="" xmlns:a16="http://schemas.microsoft.com/office/drawing/2014/main" id="{29DC1F3B-5164-7757-8FCC-75BFB1D134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66" y="2404"/>
              <a:ext cx="27" cy="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ko-KR" altLang="en-US" sz="600">
                  <a:latin typeface="Arial" panose="020B0604020202020204" pitchFamily="34" charset="0"/>
                  <a:ea typeface="굴림" panose="020B0503020000020004" pitchFamily="34" charset="-127"/>
                </a:rPr>
                <a:t>0</a:t>
              </a:r>
              <a:endParaRPr lang="ko-KR" altLang="en-US">
                <a:ea typeface="굴림" panose="020B0503020000020004" pitchFamily="34" charset="-127"/>
              </a:endParaRPr>
            </a:p>
          </p:txBody>
        </p:sp>
        <p:sp>
          <p:nvSpPr>
            <p:cNvPr id="1590352" name="Rectangle 80">
              <a:extLst>
                <a:ext uri="{FF2B5EF4-FFF2-40B4-BE49-F238E27FC236}">
                  <a16:creationId xmlns="" xmlns:a16="http://schemas.microsoft.com/office/drawing/2014/main" id="{93EAC67B-9B02-EB3A-8A85-569865FEF3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87" y="2404"/>
              <a:ext cx="27" cy="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ko-KR" altLang="en-US" sz="600">
                  <a:latin typeface="Arial" panose="020B0604020202020204" pitchFamily="34" charset="0"/>
                  <a:ea typeface="굴림" panose="020B0503020000020004" pitchFamily="34" charset="-127"/>
                </a:rPr>
                <a:t>1</a:t>
              </a:r>
              <a:endParaRPr lang="ko-KR" altLang="en-US">
                <a:ea typeface="굴림" panose="020B0503020000020004" pitchFamily="34" charset="-127"/>
              </a:endParaRPr>
            </a:p>
          </p:txBody>
        </p:sp>
        <p:sp>
          <p:nvSpPr>
            <p:cNvPr id="1590353" name="Rectangle 81">
              <a:extLst>
                <a:ext uri="{FF2B5EF4-FFF2-40B4-BE49-F238E27FC236}">
                  <a16:creationId xmlns="" xmlns:a16="http://schemas.microsoft.com/office/drawing/2014/main" id="{00EFC94D-57F4-BC64-7101-48FE136009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04" y="2404"/>
              <a:ext cx="27" cy="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ko-KR" altLang="en-US" sz="600">
                  <a:latin typeface="Arial" panose="020B0604020202020204" pitchFamily="34" charset="0"/>
                  <a:ea typeface="굴림" panose="020B0503020000020004" pitchFamily="34" charset="-127"/>
                </a:rPr>
                <a:t>2</a:t>
              </a:r>
              <a:endParaRPr lang="ko-KR" altLang="en-US">
                <a:ea typeface="굴림" panose="020B0503020000020004" pitchFamily="34" charset="-127"/>
              </a:endParaRPr>
            </a:p>
          </p:txBody>
        </p:sp>
        <p:sp>
          <p:nvSpPr>
            <p:cNvPr id="1590354" name="Rectangle 82">
              <a:extLst>
                <a:ext uri="{FF2B5EF4-FFF2-40B4-BE49-F238E27FC236}">
                  <a16:creationId xmlns="" xmlns:a16="http://schemas.microsoft.com/office/drawing/2014/main" id="{AAD3282B-3D20-F8FA-5F9C-FF81080636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26" y="2404"/>
              <a:ext cx="27" cy="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ko-KR" altLang="en-US" sz="600">
                  <a:latin typeface="Arial" panose="020B0604020202020204" pitchFamily="34" charset="0"/>
                  <a:ea typeface="굴림" panose="020B0503020000020004" pitchFamily="34" charset="-127"/>
                </a:rPr>
                <a:t>3</a:t>
              </a:r>
              <a:endParaRPr lang="ko-KR" altLang="en-US">
                <a:ea typeface="굴림" panose="020B0503020000020004" pitchFamily="34" charset="-127"/>
              </a:endParaRPr>
            </a:p>
          </p:txBody>
        </p:sp>
        <p:sp>
          <p:nvSpPr>
            <p:cNvPr id="1590355" name="Rectangle 83">
              <a:extLst>
                <a:ext uri="{FF2B5EF4-FFF2-40B4-BE49-F238E27FC236}">
                  <a16:creationId xmlns="" xmlns:a16="http://schemas.microsoft.com/office/drawing/2014/main" id="{B07D3443-CF28-87FC-BF0F-8425400938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47" y="2404"/>
              <a:ext cx="27" cy="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ko-KR" altLang="en-US" sz="600">
                  <a:latin typeface="Arial" panose="020B0604020202020204" pitchFamily="34" charset="0"/>
                  <a:ea typeface="굴림" panose="020B0503020000020004" pitchFamily="34" charset="-127"/>
                </a:rPr>
                <a:t>4</a:t>
              </a:r>
              <a:endParaRPr lang="ko-KR" altLang="en-US">
                <a:ea typeface="굴림" panose="020B0503020000020004" pitchFamily="34" charset="-127"/>
              </a:endParaRPr>
            </a:p>
          </p:txBody>
        </p:sp>
        <p:sp>
          <p:nvSpPr>
            <p:cNvPr id="1590356" name="Rectangle 84">
              <a:extLst>
                <a:ext uri="{FF2B5EF4-FFF2-40B4-BE49-F238E27FC236}">
                  <a16:creationId xmlns="" xmlns:a16="http://schemas.microsoft.com/office/drawing/2014/main" id="{EC32EDB7-8C22-0173-EB41-8E7879685F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68" y="2404"/>
              <a:ext cx="27" cy="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ko-KR" altLang="en-US" sz="600">
                  <a:latin typeface="Arial" panose="020B0604020202020204" pitchFamily="34" charset="0"/>
                  <a:ea typeface="굴림" panose="020B0503020000020004" pitchFamily="34" charset="-127"/>
                </a:rPr>
                <a:t>5</a:t>
              </a:r>
              <a:endParaRPr lang="ko-KR" altLang="en-US">
                <a:ea typeface="굴림" panose="020B0503020000020004" pitchFamily="34" charset="-127"/>
              </a:endParaRPr>
            </a:p>
          </p:txBody>
        </p:sp>
        <p:sp>
          <p:nvSpPr>
            <p:cNvPr id="1590357" name="Rectangle 85">
              <a:extLst>
                <a:ext uri="{FF2B5EF4-FFF2-40B4-BE49-F238E27FC236}">
                  <a16:creationId xmlns="" xmlns:a16="http://schemas.microsoft.com/office/drawing/2014/main" id="{91EA220C-BD77-F06E-4833-2D22587E6E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86" y="2404"/>
              <a:ext cx="27" cy="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ko-KR" altLang="en-US" sz="600">
                  <a:latin typeface="Arial" panose="020B0604020202020204" pitchFamily="34" charset="0"/>
                  <a:ea typeface="굴림" panose="020B0503020000020004" pitchFamily="34" charset="-127"/>
                </a:rPr>
                <a:t>6</a:t>
              </a:r>
              <a:endParaRPr lang="ko-KR" altLang="en-US">
                <a:ea typeface="굴림" panose="020B0503020000020004" pitchFamily="34" charset="-127"/>
              </a:endParaRPr>
            </a:p>
          </p:txBody>
        </p:sp>
        <p:sp>
          <p:nvSpPr>
            <p:cNvPr id="1590358" name="Rectangle 86">
              <a:extLst>
                <a:ext uri="{FF2B5EF4-FFF2-40B4-BE49-F238E27FC236}">
                  <a16:creationId xmlns="" xmlns:a16="http://schemas.microsoft.com/office/drawing/2014/main" id="{C5E94827-79DE-0E60-E79D-45A32A44D4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07" y="2404"/>
              <a:ext cx="27" cy="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ko-KR" altLang="en-US" sz="600">
                  <a:latin typeface="Arial" panose="020B0604020202020204" pitchFamily="34" charset="0"/>
                  <a:ea typeface="굴림" panose="020B0503020000020004" pitchFamily="34" charset="-127"/>
                </a:rPr>
                <a:t>7</a:t>
              </a:r>
              <a:endParaRPr lang="ko-KR" altLang="en-US">
                <a:ea typeface="굴림" panose="020B0503020000020004" pitchFamily="34" charset="-127"/>
              </a:endParaRPr>
            </a:p>
          </p:txBody>
        </p:sp>
        <p:sp>
          <p:nvSpPr>
            <p:cNvPr id="1590359" name="Rectangle 87">
              <a:extLst>
                <a:ext uri="{FF2B5EF4-FFF2-40B4-BE49-F238E27FC236}">
                  <a16:creationId xmlns="" xmlns:a16="http://schemas.microsoft.com/office/drawing/2014/main" id="{1D444FC4-43C9-6A02-EFDD-352248319A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28" y="2404"/>
              <a:ext cx="27" cy="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ko-KR" altLang="en-US" sz="600">
                  <a:latin typeface="Arial" panose="020B0604020202020204" pitchFamily="34" charset="0"/>
                  <a:ea typeface="굴림" panose="020B0503020000020004" pitchFamily="34" charset="-127"/>
                </a:rPr>
                <a:t>8</a:t>
              </a:r>
              <a:endParaRPr lang="ko-KR" altLang="en-US">
                <a:ea typeface="굴림" panose="020B0503020000020004" pitchFamily="34" charset="-127"/>
              </a:endParaRPr>
            </a:p>
          </p:txBody>
        </p:sp>
        <p:sp>
          <p:nvSpPr>
            <p:cNvPr id="1590360" name="Rectangle 88">
              <a:extLst>
                <a:ext uri="{FF2B5EF4-FFF2-40B4-BE49-F238E27FC236}">
                  <a16:creationId xmlns="" xmlns:a16="http://schemas.microsoft.com/office/drawing/2014/main" id="{0A0F2FC8-0A6C-A8D1-8529-E34DB6EA3A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46" y="2404"/>
              <a:ext cx="27" cy="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ko-KR" altLang="en-US" sz="600">
                  <a:latin typeface="Arial" panose="020B0604020202020204" pitchFamily="34" charset="0"/>
                  <a:ea typeface="굴림" panose="020B0503020000020004" pitchFamily="34" charset="-127"/>
                </a:rPr>
                <a:t>9</a:t>
              </a:r>
              <a:endParaRPr lang="ko-KR" altLang="en-US">
                <a:ea typeface="굴림" panose="020B0503020000020004" pitchFamily="34" charset="-127"/>
              </a:endParaRPr>
            </a:p>
          </p:txBody>
        </p:sp>
        <p:sp>
          <p:nvSpPr>
            <p:cNvPr id="1590361" name="Rectangle 89">
              <a:extLst>
                <a:ext uri="{FF2B5EF4-FFF2-40B4-BE49-F238E27FC236}">
                  <a16:creationId xmlns="" xmlns:a16="http://schemas.microsoft.com/office/drawing/2014/main" id="{B708F606-1C8E-2365-ECC0-995085FB6E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55" y="2404"/>
              <a:ext cx="55" cy="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ko-KR" altLang="en-US" sz="600">
                  <a:latin typeface="Arial" panose="020B0604020202020204" pitchFamily="34" charset="0"/>
                  <a:ea typeface="굴림" panose="020B0503020000020004" pitchFamily="34" charset="-127"/>
                </a:rPr>
                <a:t>10</a:t>
              </a:r>
              <a:endParaRPr lang="ko-KR" altLang="en-US">
                <a:ea typeface="굴림" panose="020B0503020000020004" pitchFamily="34" charset="-127"/>
              </a:endParaRPr>
            </a:p>
          </p:txBody>
        </p:sp>
        <p:sp>
          <p:nvSpPr>
            <p:cNvPr id="1590362" name="Rectangle 90">
              <a:extLst>
                <a:ext uri="{FF2B5EF4-FFF2-40B4-BE49-F238E27FC236}">
                  <a16:creationId xmlns="" xmlns:a16="http://schemas.microsoft.com/office/drawing/2014/main" id="{2FBADFA6-E0DB-42B2-6065-2E1B1449B8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4" y="1265"/>
              <a:ext cx="1400" cy="1254"/>
            </a:xfrm>
            <a:prstGeom prst="rect">
              <a:avLst/>
            </a:prstGeom>
            <a:noFill/>
            <a:ln w="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IN"/>
            </a:p>
          </p:txBody>
        </p:sp>
        <p:sp>
          <p:nvSpPr>
            <p:cNvPr id="1590363" name="Freeform 91">
              <a:extLst>
                <a:ext uri="{FF2B5EF4-FFF2-40B4-BE49-F238E27FC236}">
                  <a16:creationId xmlns="" xmlns:a16="http://schemas.microsoft.com/office/drawing/2014/main" id="{2EAD24C6-E1C9-89DD-EB1D-3B490475F005}"/>
                </a:ext>
              </a:extLst>
            </p:cNvPr>
            <p:cNvSpPr>
              <a:spLocks/>
            </p:cNvSpPr>
            <p:nvPr/>
          </p:nvSpPr>
          <p:spPr bwMode="auto">
            <a:xfrm>
              <a:off x="4426" y="1787"/>
              <a:ext cx="116" cy="194"/>
            </a:xfrm>
            <a:custGeom>
              <a:avLst/>
              <a:gdLst>
                <a:gd name="T0" fmla="*/ 518 w 852"/>
                <a:gd name="T1" fmla="*/ 280 h 1260"/>
                <a:gd name="T2" fmla="*/ 392 w 852"/>
                <a:gd name="T3" fmla="*/ 36 h 1260"/>
                <a:gd name="T4" fmla="*/ 237 w 852"/>
                <a:gd name="T5" fmla="*/ 21 h 1260"/>
                <a:gd name="T6" fmla="*/ 133 w 852"/>
                <a:gd name="T7" fmla="*/ 73 h 1260"/>
                <a:gd name="T8" fmla="*/ 0 w 852"/>
                <a:gd name="T9" fmla="*/ 369 h 1260"/>
                <a:gd name="T10" fmla="*/ 44 w 852"/>
                <a:gd name="T11" fmla="*/ 688 h 1260"/>
                <a:gd name="T12" fmla="*/ 362 w 852"/>
                <a:gd name="T13" fmla="*/ 1117 h 1260"/>
                <a:gd name="T14" fmla="*/ 429 w 852"/>
                <a:gd name="T15" fmla="*/ 1139 h 1260"/>
                <a:gd name="T16" fmla="*/ 451 w 852"/>
                <a:gd name="T17" fmla="*/ 1154 h 1260"/>
                <a:gd name="T18" fmla="*/ 525 w 852"/>
                <a:gd name="T19" fmla="*/ 1176 h 1260"/>
                <a:gd name="T20" fmla="*/ 622 w 852"/>
                <a:gd name="T21" fmla="*/ 1228 h 1260"/>
                <a:gd name="T22" fmla="*/ 792 w 852"/>
                <a:gd name="T23" fmla="*/ 1243 h 1260"/>
                <a:gd name="T24" fmla="*/ 785 w 852"/>
                <a:gd name="T25" fmla="*/ 1021 h 1260"/>
                <a:gd name="T26" fmla="*/ 748 w 852"/>
                <a:gd name="T27" fmla="*/ 954 h 1260"/>
                <a:gd name="T28" fmla="*/ 688 w 852"/>
                <a:gd name="T29" fmla="*/ 858 h 1260"/>
                <a:gd name="T30" fmla="*/ 622 w 852"/>
                <a:gd name="T31" fmla="*/ 762 h 1260"/>
                <a:gd name="T32" fmla="*/ 607 w 852"/>
                <a:gd name="T33" fmla="*/ 732 h 1260"/>
                <a:gd name="T34" fmla="*/ 592 w 852"/>
                <a:gd name="T35" fmla="*/ 710 h 1260"/>
                <a:gd name="T36" fmla="*/ 555 w 852"/>
                <a:gd name="T37" fmla="*/ 643 h 1260"/>
                <a:gd name="T38" fmla="*/ 540 w 852"/>
                <a:gd name="T39" fmla="*/ 621 h 1260"/>
                <a:gd name="T40" fmla="*/ 518 w 852"/>
                <a:gd name="T41" fmla="*/ 280 h 12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852" h="1260">
                  <a:moveTo>
                    <a:pt x="518" y="280"/>
                  </a:moveTo>
                  <a:cubicBezTo>
                    <a:pt x="509" y="187"/>
                    <a:pt x="497" y="69"/>
                    <a:pt x="392" y="36"/>
                  </a:cubicBezTo>
                  <a:cubicBezTo>
                    <a:pt x="339" y="0"/>
                    <a:pt x="309" y="15"/>
                    <a:pt x="237" y="21"/>
                  </a:cubicBezTo>
                  <a:cubicBezTo>
                    <a:pt x="194" y="31"/>
                    <a:pt x="168" y="45"/>
                    <a:pt x="133" y="73"/>
                  </a:cubicBezTo>
                  <a:cubicBezTo>
                    <a:pt x="84" y="168"/>
                    <a:pt x="20" y="262"/>
                    <a:pt x="0" y="369"/>
                  </a:cubicBezTo>
                  <a:cubicBezTo>
                    <a:pt x="5" y="481"/>
                    <a:pt x="3" y="584"/>
                    <a:pt x="44" y="688"/>
                  </a:cubicBezTo>
                  <a:cubicBezTo>
                    <a:pt x="78" y="870"/>
                    <a:pt x="173" y="1057"/>
                    <a:pt x="362" y="1117"/>
                  </a:cubicBezTo>
                  <a:cubicBezTo>
                    <a:pt x="415" y="1152"/>
                    <a:pt x="347" y="1112"/>
                    <a:pt x="429" y="1139"/>
                  </a:cubicBezTo>
                  <a:cubicBezTo>
                    <a:pt x="437" y="1142"/>
                    <a:pt x="443" y="1150"/>
                    <a:pt x="451" y="1154"/>
                  </a:cubicBezTo>
                  <a:cubicBezTo>
                    <a:pt x="473" y="1165"/>
                    <a:pt x="501" y="1168"/>
                    <a:pt x="525" y="1176"/>
                  </a:cubicBezTo>
                  <a:cubicBezTo>
                    <a:pt x="562" y="1201"/>
                    <a:pt x="581" y="1218"/>
                    <a:pt x="622" y="1228"/>
                  </a:cubicBezTo>
                  <a:cubicBezTo>
                    <a:pt x="684" y="1260"/>
                    <a:pt x="714" y="1249"/>
                    <a:pt x="792" y="1243"/>
                  </a:cubicBezTo>
                  <a:cubicBezTo>
                    <a:pt x="852" y="1183"/>
                    <a:pt x="819" y="1088"/>
                    <a:pt x="785" y="1021"/>
                  </a:cubicBezTo>
                  <a:cubicBezTo>
                    <a:pt x="770" y="992"/>
                    <a:pt x="773" y="979"/>
                    <a:pt x="748" y="954"/>
                  </a:cubicBezTo>
                  <a:cubicBezTo>
                    <a:pt x="735" y="917"/>
                    <a:pt x="711" y="888"/>
                    <a:pt x="688" y="858"/>
                  </a:cubicBezTo>
                  <a:cubicBezTo>
                    <a:pt x="676" y="821"/>
                    <a:pt x="643" y="795"/>
                    <a:pt x="622" y="762"/>
                  </a:cubicBezTo>
                  <a:cubicBezTo>
                    <a:pt x="616" y="753"/>
                    <a:pt x="613" y="742"/>
                    <a:pt x="607" y="732"/>
                  </a:cubicBezTo>
                  <a:cubicBezTo>
                    <a:pt x="603" y="724"/>
                    <a:pt x="597" y="717"/>
                    <a:pt x="592" y="710"/>
                  </a:cubicBezTo>
                  <a:cubicBezTo>
                    <a:pt x="580" y="671"/>
                    <a:pt x="589" y="694"/>
                    <a:pt x="555" y="643"/>
                  </a:cubicBezTo>
                  <a:cubicBezTo>
                    <a:pt x="550" y="636"/>
                    <a:pt x="540" y="621"/>
                    <a:pt x="540" y="621"/>
                  </a:cubicBezTo>
                  <a:cubicBezTo>
                    <a:pt x="519" y="510"/>
                    <a:pt x="518" y="392"/>
                    <a:pt x="518" y="280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IN"/>
            </a:p>
          </p:txBody>
        </p:sp>
        <p:sp>
          <p:nvSpPr>
            <p:cNvPr id="1590364" name="Freeform 92">
              <a:extLst>
                <a:ext uri="{FF2B5EF4-FFF2-40B4-BE49-F238E27FC236}">
                  <a16:creationId xmlns="" xmlns:a16="http://schemas.microsoft.com/office/drawing/2014/main" id="{2F98D009-25ED-9BD8-ECFF-B6E773DC7CA2}"/>
                </a:ext>
              </a:extLst>
            </p:cNvPr>
            <p:cNvSpPr>
              <a:spLocks/>
            </p:cNvSpPr>
            <p:nvPr/>
          </p:nvSpPr>
          <p:spPr bwMode="auto">
            <a:xfrm>
              <a:off x="4846" y="1834"/>
              <a:ext cx="116" cy="194"/>
            </a:xfrm>
            <a:custGeom>
              <a:avLst/>
              <a:gdLst>
                <a:gd name="T0" fmla="*/ 183 w 768"/>
                <a:gd name="T1" fmla="*/ 67 h 630"/>
                <a:gd name="T2" fmla="*/ 72 w 768"/>
                <a:gd name="T3" fmla="*/ 74 h 630"/>
                <a:gd name="T4" fmla="*/ 5 w 768"/>
                <a:gd name="T5" fmla="*/ 170 h 630"/>
                <a:gd name="T6" fmla="*/ 13 w 768"/>
                <a:gd name="T7" fmla="*/ 311 h 630"/>
                <a:gd name="T8" fmla="*/ 57 w 768"/>
                <a:gd name="T9" fmla="*/ 356 h 630"/>
                <a:gd name="T10" fmla="*/ 109 w 768"/>
                <a:gd name="T11" fmla="*/ 415 h 630"/>
                <a:gd name="T12" fmla="*/ 235 w 768"/>
                <a:gd name="T13" fmla="*/ 548 h 630"/>
                <a:gd name="T14" fmla="*/ 257 w 768"/>
                <a:gd name="T15" fmla="*/ 570 h 630"/>
                <a:gd name="T16" fmla="*/ 331 w 768"/>
                <a:gd name="T17" fmla="*/ 593 h 630"/>
                <a:gd name="T18" fmla="*/ 450 w 768"/>
                <a:gd name="T19" fmla="*/ 630 h 630"/>
                <a:gd name="T20" fmla="*/ 598 w 768"/>
                <a:gd name="T21" fmla="*/ 607 h 630"/>
                <a:gd name="T22" fmla="*/ 657 w 768"/>
                <a:gd name="T23" fmla="*/ 585 h 630"/>
                <a:gd name="T24" fmla="*/ 687 w 768"/>
                <a:gd name="T25" fmla="*/ 533 h 630"/>
                <a:gd name="T26" fmla="*/ 717 w 768"/>
                <a:gd name="T27" fmla="*/ 474 h 630"/>
                <a:gd name="T28" fmla="*/ 724 w 768"/>
                <a:gd name="T29" fmla="*/ 437 h 630"/>
                <a:gd name="T30" fmla="*/ 739 w 768"/>
                <a:gd name="T31" fmla="*/ 415 h 630"/>
                <a:gd name="T32" fmla="*/ 768 w 768"/>
                <a:gd name="T33" fmla="*/ 296 h 630"/>
                <a:gd name="T34" fmla="*/ 761 w 768"/>
                <a:gd name="T35" fmla="*/ 178 h 630"/>
                <a:gd name="T36" fmla="*/ 724 w 768"/>
                <a:gd name="T37" fmla="*/ 111 h 630"/>
                <a:gd name="T38" fmla="*/ 465 w 768"/>
                <a:gd name="T39" fmla="*/ 0 h 630"/>
                <a:gd name="T40" fmla="*/ 205 w 768"/>
                <a:gd name="T41" fmla="*/ 30 h 630"/>
                <a:gd name="T42" fmla="*/ 183 w 768"/>
                <a:gd name="T43" fmla="*/ 67 h 6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768" h="630">
                  <a:moveTo>
                    <a:pt x="183" y="67"/>
                  </a:moveTo>
                  <a:cubicBezTo>
                    <a:pt x="146" y="41"/>
                    <a:pt x="112" y="61"/>
                    <a:pt x="72" y="74"/>
                  </a:cubicBezTo>
                  <a:cubicBezTo>
                    <a:pt x="13" y="114"/>
                    <a:pt x="28" y="107"/>
                    <a:pt x="5" y="170"/>
                  </a:cubicBezTo>
                  <a:cubicBezTo>
                    <a:pt x="8" y="217"/>
                    <a:pt x="0" y="266"/>
                    <a:pt x="13" y="311"/>
                  </a:cubicBezTo>
                  <a:cubicBezTo>
                    <a:pt x="19" y="331"/>
                    <a:pt x="45" y="339"/>
                    <a:pt x="57" y="356"/>
                  </a:cubicBezTo>
                  <a:cubicBezTo>
                    <a:pt x="92" y="407"/>
                    <a:pt x="72" y="390"/>
                    <a:pt x="109" y="415"/>
                  </a:cubicBezTo>
                  <a:cubicBezTo>
                    <a:pt x="145" y="467"/>
                    <a:pt x="187" y="508"/>
                    <a:pt x="235" y="548"/>
                  </a:cubicBezTo>
                  <a:cubicBezTo>
                    <a:pt x="243" y="555"/>
                    <a:pt x="248" y="565"/>
                    <a:pt x="257" y="570"/>
                  </a:cubicBezTo>
                  <a:cubicBezTo>
                    <a:pt x="283" y="584"/>
                    <a:pt x="305" y="583"/>
                    <a:pt x="331" y="593"/>
                  </a:cubicBezTo>
                  <a:cubicBezTo>
                    <a:pt x="371" y="608"/>
                    <a:pt x="408" y="621"/>
                    <a:pt x="450" y="630"/>
                  </a:cubicBezTo>
                  <a:cubicBezTo>
                    <a:pt x="498" y="625"/>
                    <a:pt x="551" y="623"/>
                    <a:pt x="598" y="607"/>
                  </a:cubicBezTo>
                  <a:cubicBezTo>
                    <a:pt x="618" y="600"/>
                    <a:pt x="657" y="585"/>
                    <a:pt x="657" y="585"/>
                  </a:cubicBezTo>
                  <a:cubicBezTo>
                    <a:pt x="675" y="536"/>
                    <a:pt x="651" y="594"/>
                    <a:pt x="687" y="533"/>
                  </a:cubicBezTo>
                  <a:cubicBezTo>
                    <a:pt x="698" y="514"/>
                    <a:pt x="717" y="474"/>
                    <a:pt x="717" y="474"/>
                  </a:cubicBezTo>
                  <a:cubicBezTo>
                    <a:pt x="719" y="462"/>
                    <a:pt x="720" y="449"/>
                    <a:pt x="724" y="437"/>
                  </a:cubicBezTo>
                  <a:cubicBezTo>
                    <a:pt x="727" y="429"/>
                    <a:pt x="736" y="423"/>
                    <a:pt x="739" y="415"/>
                  </a:cubicBezTo>
                  <a:cubicBezTo>
                    <a:pt x="750" y="382"/>
                    <a:pt x="760" y="332"/>
                    <a:pt x="768" y="296"/>
                  </a:cubicBezTo>
                  <a:cubicBezTo>
                    <a:pt x="766" y="257"/>
                    <a:pt x="766" y="217"/>
                    <a:pt x="761" y="178"/>
                  </a:cubicBezTo>
                  <a:cubicBezTo>
                    <a:pt x="754" y="127"/>
                    <a:pt x="750" y="142"/>
                    <a:pt x="724" y="111"/>
                  </a:cubicBezTo>
                  <a:cubicBezTo>
                    <a:pt x="653" y="27"/>
                    <a:pt x="566" y="24"/>
                    <a:pt x="465" y="0"/>
                  </a:cubicBezTo>
                  <a:cubicBezTo>
                    <a:pt x="370" y="4"/>
                    <a:pt x="294" y="6"/>
                    <a:pt x="205" y="30"/>
                  </a:cubicBezTo>
                  <a:cubicBezTo>
                    <a:pt x="154" y="63"/>
                    <a:pt x="144" y="53"/>
                    <a:pt x="183" y="67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en-IN"/>
            </a:p>
          </p:txBody>
        </p:sp>
      </p:grpSp>
      <p:sp>
        <p:nvSpPr>
          <p:cNvPr id="1590365" name="Line 93">
            <a:extLst>
              <a:ext uri="{FF2B5EF4-FFF2-40B4-BE49-F238E27FC236}">
                <a16:creationId xmlns="" xmlns:a16="http://schemas.microsoft.com/office/drawing/2014/main" id="{3016710D-1D54-F4C0-358D-A32A88DBFFC1}"/>
              </a:ext>
            </a:extLst>
          </p:cNvPr>
          <p:cNvSpPr>
            <a:spLocks noChangeShapeType="1"/>
          </p:cNvSpPr>
          <p:nvPr/>
        </p:nvSpPr>
        <p:spPr bwMode="auto">
          <a:xfrm>
            <a:off x="7162800" y="2971800"/>
            <a:ext cx="685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grpSp>
        <p:nvGrpSpPr>
          <p:cNvPr id="1590366" name="Group 94">
            <a:extLst>
              <a:ext uri="{FF2B5EF4-FFF2-40B4-BE49-F238E27FC236}">
                <a16:creationId xmlns="" xmlns:a16="http://schemas.microsoft.com/office/drawing/2014/main" id="{C5E097F3-3840-08B1-5755-962FE44B3E7D}"/>
              </a:ext>
            </a:extLst>
          </p:cNvPr>
          <p:cNvGrpSpPr>
            <a:grpSpLocks/>
          </p:cNvGrpSpPr>
          <p:nvPr/>
        </p:nvGrpSpPr>
        <p:grpSpPr bwMode="auto">
          <a:xfrm>
            <a:off x="8153400" y="4114800"/>
            <a:ext cx="2286000" cy="2286000"/>
            <a:chOff x="3312" y="2640"/>
            <a:chExt cx="1440" cy="1440"/>
          </a:xfrm>
        </p:grpSpPr>
        <p:graphicFrame>
          <p:nvGraphicFramePr>
            <p:cNvPr id="1590367" name="Object 95">
              <a:extLst>
                <a:ext uri="{FF2B5EF4-FFF2-40B4-BE49-F238E27FC236}">
                  <a16:creationId xmlns="" xmlns:a16="http://schemas.microsoft.com/office/drawing/2014/main" id="{2198597F-F04B-0363-AFAB-4F86E6A2E05C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312" y="2832"/>
            <a:ext cx="1440" cy="12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30" name="Worksheet" r:id="rId5" imgW="3419856" imgH="2934005" progId="Excel.Sheet.8">
                    <p:embed/>
                  </p:oleObj>
                </mc:Choice>
                <mc:Fallback>
                  <p:oleObj name="Worksheet" r:id="rId5" imgW="3419856" imgH="2934005" progId="Excel.Sheet.8">
                    <p:embed/>
                    <p:pic>
                      <p:nvPicPr>
                        <p:cNvPr id="1590367" name="Object 95">
                          <a:extLst>
                            <a:ext uri="{FF2B5EF4-FFF2-40B4-BE49-F238E27FC236}">
                              <a16:creationId xmlns="" xmlns:a16="http://schemas.microsoft.com/office/drawing/2014/main" id="{2198597F-F04B-0363-AFAB-4F86E6A2E05C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12" y="2832"/>
                          <a:ext cx="1440" cy="124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590368" name="Line 96">
              <a:extLst>
                <a:ext uri="{FF2B5EF4-FFF2-40B4-BE49-F238E27FC236}">
                  <a16:creationId xmlns="" xmlns:a16="http://schemas.microsoft.com/office/drawing/2014/main" id="{72661D19-DF12-E54C-A7AA-B683216BC58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84" y="2640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</p:grpSp>
      <p:grpSp>
        <p:nvGrpSpPr>
          <p:cNvPr id="1590369" name="Group 97">
            <a:extLst>
              <a:ext uri="{FF2B5EF4-FFF2-40B4-BE49-F238E27FC236}">
                <a16:creationId xmlns="" xmlns:a16="http://schemas.microsoft.com/office/drawing/2014/main" id="{76617798-DD23-0FC7-06DC-DB35E288FF52}"/>
              </a:ext>
            </a:extLst>
          </p:cNvPr>
          <p:cNvGrpSpPr>
            <a:grpSpLocks/>
          </p:cNvGrpSpPr>
          <p:nvPr/>
        </p:nvGrpSpPr>
        <p:grpSpPr bwMode="auto">
          <a:xfrm>
            <a:off x="4800600" y="4419600"/>
            <a:ext cx="3200400" cy="1981200"/>
            <a:chOff x="1200" y="2832"/>
            <a:chExt cx="2016" cy="1248"/>
          </a:xfrm>
        </p:grpSpPr>
        <p:grpSp>
          <p:nvGrpSpPr>
            <p:cNvPr id="1590370" name="Group 98">
              <a:extLst>
                <a:ext uri="{FF2B5EF4-FFF2-40B4-BE49-F238E27FC236}">
                  <a16:creationId xmlns="" xmlns:a16="http://schemas.microsoft.com/office/drawing/2014/main" id="{14E372EB-12DC-DD74-CF89-4D746D26F5E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00" y="2832"/>
              <a:ext cx="1440" cy="1248"/>
              <a:chOff x="3108" y="2256"/>
              <a:chExt cx="2148" cy="1872"/>
            </a:xfrm>
          </p:grpSpPr>
          <p:graphicFrame>
            <p:nvGraphicFramePr>
              <p:cNvPr id="1590371" name="Object 99">
                <a:extLst>
                  <a:ext uri="{FF2B5EF4-FFF2-40B4-BE49-F238E27FC236}">
                    <a16:creationId xmlns="" xmlns:a16="http://schemas.microsoft.com/office/drawing/2014/main" id="{4547611F-9D42-C0CA-F7F6-E08F6E719427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3108" y="2256"/>
              <a:ext cx="2148" cy="187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031" name="Worksheet" r:id="rId7" imgW="3410407" imgH="2924556" progId="Excel.Sheet.8">
                      <p:embed/>
                    </p:oleObj>
                  </mc:Choice>
                  <mc:Fallback>
                    <p:oleObj name="Worksheet" r:id="rId7" imgW="3410407" imgH="2924556" progId="Excel.Sheet.8">
                      <p:embed/>
                      <p:pic>
                        <p:nvPicPr>
                          <p:cNvPr id="1590371" name="Object 99">
                            <a:extLst>
                              <a:ext uri="{FF2B5EF4-FFF2-40B4-BE49-F238E27FC236}">
                                <a16:creationId xmlns="" xmlns:a16="http://schemas.microsoft.com/office/drawing/2014/main" id="{4547611F-9D42-C0CA-F7F6-E08F6E719427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108" y="2256"/>
                            <a:ext cx="2148" cy="187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590372" name="Freeform 100">
                <a:extLst>
                  <a:ext uri="{FF2B5EF4-FFF2-40B4-BE49-F238E27FC236}">
                    <a16:creationId xmlns="" xmlns:a16="http://schemas.microsoft.com/office/drawing/2014/main" id="{126E5C91-025E-FF57-62C4-1187792DC1E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38" y="2874"/>
                <a:ext cx="174" cy="291"/>
              </a:xfrm>
              <a:custGeom>
                <a:avLst/>
                <a:gdLst>
                  <a:gd name="T0" fmla="*/ 199 w 728"/>
                  <a:gd name="T1" fmla="*/ 7 h 896"/>
                  <a:gd name="T2" fmla="*/ 110 w 728"/>
                  <a:gd name="T3" fmla="*/ 96 h 896"/>
                  <a:gd name="T4" fmla="*/ 80 w 728"/>
                  <a:gd name="T5" fmla="*/ 140 h 896"/>
                  <a:gd name="T6" fmla="*/ 65 w 728"/>
                  <a:gd name="T7" fmla="*/ 162 h 896"/>
                  <a:gd name="T8" fmla="*/ 21 w 728"/>
                  <a:gd name="T9" fmla="*/ 303 h 896"/>
                  <a:gd name="T10" fmla="*/ 65 w 728"/>
                  <a:gd name="T11" fmla="*/ 703 h 896"/>
                  <a:gd name="T12" fmla="*/ 110 w 728"/>
                  <a:gd name="T13" fmla="*/ 763 h 896"/>
                  <a:gd name="T14" fmla="*/ 332 w 728"/>
                  <a:gd name="T15" fmla="*/ 896 h 896"/>
                  <a:gd name="T16" fmla="*/ 495 w 728"/>
                  <a:gd name="T17" fmla="*/ 851 h 896"/>
                  <a:gd name="T18" fmla="*/ 636 w 728"/>
                  <a:gd name="T19" fmla="*/ 711 h 896"/>
                  <a:gd name="T20" fmla="*/ 688 w 728"/>
                  <a:gd name="T21" fmla="*/ 607 h 896"/>
                  <a:gd name="T22" fmla="*/ 702 w 728"/>
                  <a:gd name="T23" fmla="*/ 563 h 896"/>
                  <a:gd name="T24" fmla="*/ 710 w 728"/>
                  <a:gd name="T25" fmla="*/ 540 h 896"/>
                  <a:gd name="T26" fmla="*/ 680 w 728"/>
                  <a:gd name="T27" fmla="*/ 296 h 896"/>
                  <a:gd name="T28" fmla="*/ 569 w 728"/>
                  <a:gd name="T29" fmla="*/ 133 h 896"/>
                  <a:gd name="T30" fmla="*/ 510 w 728"/>
                  <a:gd name="T31" fmla="*/ 88 h 896"/>
                  <a:gd name="T32" fmla="*/ 465 w 728"/>
                  <a:gd name="T33" fmla="*/ 59 h 896"/>
                  <a:gd name="T34" fmla="*/ 295 w 728"/>
                  <a:gd name="T35" fmla="*/ 0 h 896"/>
                  <a:gd name="T36" fmla="*/ 206 w 728"/>
                  <a:gd name="T37" fmla="*/ 7 h 896"/>
                  <a:gd name="T38" fmla="*/ 184 w 728"/>
                  <a:gd name="T39" fmla="*/ 14 h 896"/>
                  <a:gd name="T40" fmla="*/ 199 w 728"/>
                  <a:gd name="T41" fmla="*/ 7 h 8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728" h="896">
                    <a:moveTo>
                      <a:pt x="199" y="7"/>
                    </a:moveTo>
                    <a:cubicBezTo>
                      <a:pt x="148" y="19"/>
                      <a:pt x="135" y="54"/>
                      <a:pt x="110" y="96"/>
                    </a:cubicBezTo>
                    <a:cubicBezTo>
                      <a:pt x="101" y="111"/>
                      <a:pt x="90" y="125"/>
                      <a:pt x="80" y="140"/>
                    </a:cubicBezTo>
                    <a:cubicBezTo>
                      <a:pt x="75" y="147"/>
                      <a:pt x="65" y="162"/>
                      <a:pt x="65" y="162"/>
                    </a:cubicBezTo>
                    <a:cubicBezTo>
                      <a:pt x="50" y="210"/>
                      <a:pt x="33" y="254"/>
                      <a:pt x="21" y="303"/>
                    </a:cubicBezTo>
                    <a:cubicBezTo>
                      <a:pt x="4" y="446"/>
                      <a:pt x="0" y="574"/>
                      <a:pt x="65" y="703"/>
                    </a:cubicBezTo>
                    <a:cubicBezTo>
                      <a:pt x="79" y="731"/>
                      <a:pt x="83" y="744"/>
                      <a:pt x="110" y="763"/>
                    </a:cubicBezTo>
                    <a:cubicBezTo>
                      <a:pt x="159" y="835"/>
                      <a:pt x="250" y="874"/>
                      <a:pt x="332" y="896"/>
                    </a:cubicBezTo>
                    <a:cubicBezTo>
                      <a:pt x="394" y="889"/>
                      <a:pt x="441" y="878"/>
                      <a:pt x="495" y="851"/>
                    </a:cubicBezTo>
                    <a:cubicBezTo>
                      <a:pt x="537" y="789"/>
                      <a:pt x="571" y="751"/>
                      <a:pt x="636" y="711"/>
                    </a:cubicBezTo>
                    <a:cubicBezTo>
                      <a:pt x="660" y="674"/>
                      <a:pt x="672" y="647"/>
                      <a:pt x="688" y="607"/>
                    </a:cubicBezTo>
                    <a:cubicBezTo>
                      <a:pt x="694" y="593"/>
                      <a:pt x="697" y="578"/>
                      <a:pt x="702" y="563"/>
                    </a:cubicBezTo>
                    <a:cubicBezTo>
                      <a:pt x="705" y="555"/>
                      <a:pt x="710" y="540"/>
                      <a:pt x="710" y="540"/>
                    </a:cubicBezTo>
                    <a:cubicBezTo>
                      <a:pt x="720" y="459"/>
                      <a:pt x="728" y="366"/>
                      <a:pt x="680" y="296"/>
                    </a:cubicBezTo>
                    <a:cubicBezTo>
                      <a:pt x="659" y="231"/>
                      <a:pt x="621" y="176"/>
                      <a:pt x="569" y="133"/>
                    </a:cubicBezTo>
                    <a:cubicBezTo>
                      <a:pt x="550" y="117"/>
                      <a:pt x="530" y="103"/>
                      <a:pt x="510" y="88"/>
                    </a:cubicBezTo>
                    <a:cubicBezTo>
                      <a:pt x="496" y="77"/>
                      <a:pt x="465" y="59"/>
                      <a:pt x="465" y="59"/>
                    </a:cubicBezTo>
                    <a:cubicBezTo>
                      <a:pt x="428" y="0"/>
                      <a:pt x="358" y="5"/>
                      <a:pt x="295" y="0"/>
                    </a:cubicBezTo>
                    <a:cubicBezTo>
                      <a:pt x="265" y="2"/>
                      <a:pt x="236" y="3"/>
                      <a:pt x="206" y="7"/>
                    </a:cubicBezTo>
                    <a:cubicBezTo>
                      <a:pt x="198" y="8"/>
                      <a:pt x="192" y="14"/>
                      <a:pt x="184" y="14"/>
                    </a:cubicBezTo>
                    <a:cubicBezTo>
                      <a:pt x="178" y="14"/>
                      <a:pt x="194" y="9"/>
                      <a:pt x="199" y="7"/>
                    </a:cubicBezTo>
                    <a:close/>
                  </a:path>
                </a:pathLst>
              </a:custGeom>
              <a:noFill/>
              <a:ln w="19050" cap="flat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IN"/>
              </a:p>
            </p:txBody>
          </p:sp>
          <p:sp>
            <p:nvSpPr>
              <p:cNvPr id="1590373" name="Freeform 101">
                <a:extLst>
                  <a:ext uri="{FF2B5EF4-FFF2-40B4-BE49-F238E27FC236}">
                    <a16:creationId xmlns="" xmlns:a16="http://schemas.microsoft.com/office/drawing/2014/main" id="{BB2D07D8-4609-B4E8-1C6D-9C332810F47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90" y="3233"/>
                <a:ext cx="174" cy="291"/>
              </a:xfrm>
              <a:custGeom>
                <a:avLst/>
                <a:gdLst>
                  <a:gd name="T0" fmla="*/ 510 w 802"/>
                  <a:gd name="T1" fmla="*/ 44 h 889"/>
                  <a:gd name="T2" fmla="*/ 376 w 802"/>
                  <a:gd name="T3" fmla="*/ 177 h 889"/>
                  <a:gd name="T4" fmla="*/ 236 w 802"/>
                  <a:gd name="T5" fmla="*/ 296 h 889"/>
                  <a:gd name="T6" fmla="*/ 221 w 802"/>
                  <a:gd name="T7" fmla="*/ 318 h 889"/>
                  <a:gd name="T8" fmla="*/ 199 w 802"/>
                  <a:gd name="T9" fmla="*/ 333 h 889"/>
                  <a:gd name="T10" fmla="*/ 191 w 802"/>
                  <a:gd name="T11" fmla="*/ 355 h 889"/>
                  <a:gd name="T12" fmla="*/ 169 w 802"/>
                  <a:gd name="T13" fmla="*/ 385 h 889"/>
                  <a:gd name="T14" fmla="*/ 132 w 802"/>
                  <a:gd name="T15" fmla="*/ 496 h 889"/>
                  <a:gd name="T16" fmla="*/ 110 w 802"/>
                  <a:gd name="T17" fmla="*/ 518 h 889"/>
                  <a:gd name="T18" fmla="*/ 80 w 802"/>
                  <a:gd name="T19" fmla="*/ 562 h 889"/>
                  <a:gd name="T20" fmla="*/ 43 w 802"/>
                  <a:gd name="T21" fmla="*/ 629 h 889"/>
                  <a:gd name="T22" fmla="*/ 13 w 802"/>
                  <a:gd name="T23" fmla="*/ 703 h 889"/>
                  <a:gd name="T24" fmla="*/ 36 w 802"/>
                  <a:gd name="T25" fmla="*/ 844 h 889"/>
                  <a:gd name="T26" fmla="*/ 80 w 802"/>
                  <a:gd name="T27" fmla="*/ 874 h 889"/>
                  <a:gd name="T28" fmla="*/ 124 w 802"/>
                  <a:gd name="T29" fmla="*/ 888 h 889"/>
                  <a:gd name="T30" fmla="*/ 354 w 802"/>
                  <a:gd name="T31" fmla="*/ 874 h 889"/>
                  <a:gd name="T32" fmla="*/ 517 w 802"/>
                  <a:gd name="T33" fmla="*/ 822 h 889"/>
                  <a:gd name="T34" fmla="*/ 569 w 802"/>
                  <a:gd name="T35" fmla="*/ 792 h 889"/>
                  <a:gd name="T36" fmla="*/ 673 w 802"/>
                  <a:gd name="T37" fmla="*/ 651 h 889"/>
                  <a:gd name="T38" fmla="*/ 695 w 802"/>
                  <a:gd name="T39" fmla="*/ 600 h 889"/>
                  <a:gd name="T40" fmla="*/ 747 w 802"/>
                  <a:gd name="T41" fmla="*/ 533 h 889"/>
                  <a:gd name="T42" fmla="*/ 784 w 802"/>
                  <a:gd name="T43" fmla="*/ 451 h 889"/>
                  <a:gd name="T44" fmla="*/ 798 w 802"/>
                  <a:gd name="T45" fmla="*/ 385 h 889"/>
                  <a:gd name="T46" fmla="*/ 650 w 802"/>
                  <a:gd name="T47" fmla="*/ 0 h 889"/>
                  <a:gd name="T48" fmla="*/ 532 w 802"/>
                  <a:gd name="T49" fmla="*/ 22 h 889"/>
                  <a:gd name="T50" fmla="*/ 510 w 802"/>
                  <a:gd name="T51" fmla="*/ 44 h 8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802" h="889">
                    <a:moveTo>
                      <a:pt x="510" y="44"/>
                    </a:moveTo>
                    <a:cubicBezTo>
                      <a:pt x="455" y="80"/>
                      <a:pt x="422" y="133"/>
                      <a:pt x="376" y="177"/>
                    </a:cubicBezTo>
                    <a:cubicBezTo>
                      <a:pt x="346" y="236"/>
                      <a:pt x="298" y="273"/>
                      <a:pt x="236" y="296"/>
                    </a:cubicBezTo>
                    <a:cubicBezTo>
                      <a:pt x="231" y="303"/>
                      <a:pt x="227" y="312"/>
                      <a:pt x="221" y="318"/>
                    </a:cubicBezTo>
                    <a:cubicBezTo>
                      <a:pt x="215" y="324"/>
                      <a:pt x="205" y="326"/>
                      <a:pt x="199" y="333"/>
                    </a:cubicBezTo>
                    <a:cubicBezTo>
                      <a:pt x="194" y="339"/>
                      <a:pt x="195" y="348"/>
                      <a:pt x="191" y="355"/>
                    </a:cubicBezTo>
                    <a:cubicBezTo>
                      <a:pt x="185" y="366"/>
                      <a:pt x="176" y="375"/>
                      <a:pt x="169" y="385"/>
                    </a:cubicBezTo>
                    <a:cubicBezTo>
                      <a:pt x="156" y="422"/>
                      <a:pt x="155" y="463"/>
                      <a:pt x="132" y="496"/>
                    </a:cubicBezTo>
                    <a:cubicBezTo>
                      <a:pt x="126" y="504"/>
                      <a:pt x="116" y="510"/>
                      <a:pt x="110" y="518"/>
                    </a:cubicBezTo>
                    <a:cubicBezTo>
                      <a:pt x="99" y="532"/>
                      <a:pt x="80" y="562"/>
                      <a:pt x="80" y="562"/>
                    </a:cubicBezTo>
                    <a:cubicBezTo>
                      <a:pt x="68" y="602"/>
                      <a:pt x="78" y="578"/>
                      <a:pt x="43" y="629"/>
                    </a:cubicBezTo>
                    <a:cubicBezTo>
                      <a:pt x="28" y="651"/>
                      <a:pt x="22" y="678"/>
                      <a:pt x="13" y="703"/>
                    </a:cubicBezTo>
                    <a:cubicBezTo>
                      <a:pt x="15" y="727"/>
                      <a:pt x="0" y="812"/>
                      <a:pt x="36" y="844"/>
                    </a:cubicBezTo>
                    <a:cubicBezTo>
                      <a:pt x="49" y="856"/>
                      <a:pt x="65" y="864"/>
                      <a:pt x="80" y="874"/>
                    </a:cubicBezTo>
                    <a:cubicBezTo>
                      <a:pt x="93" y="883"/>
                      <a:pt x="124" y="888"/>
                      <a:pt x="124" y="888"/>
                    </a:cubicBezTo>
                    <a:cubicBezTo>
                      <a:pt x="167" y="886"/>
                      <a:pt x="287" y="889"/>
                      <a:pt x="354" y="874"/>
                    </a:cubicBezTo>
                    <a:cubicBezTo>
                      <a:pt x="410" y="861"/>
                      <a:pt x="461" y="835"/>
                      <a:pt x="517" y="822"/>
                    </a:cubicBezTo>
                    <a:cubicBezTo>
                      <a:pt x="534" y="811"/>
                      <a:pt x="553" y="804"/>
                      <a:pt x="569" y="792"/>
                    </a:cubicBezTo>
                    <a:cubicBezTo>
                      <a:pt x="613" y="757"/>
                      <a:pt x="651" y="702"/>
                      <a:pt x="673" y="651"/>
                    </a:cubicBezTo>
                    <a:cubicBezTo>
                      <a:pt x="680" y="634"/>
                      <a:pt x="685" y="615"/>
                      <a:pt x="695" y="600"/>
                    </a:cubicBezTo>
                    <a:cubicBezTo>
                      <a:pt x="711" y="577"/>
                      <a:pt x="747" y="533"/>
                      <a:pt x="747" y="533"/>
                    </a:cubicBezTo>
                    <a:cubicBezTo>
                      <a:pt x="756" y="504"/>
                      <a:pt x="784" y="451"/>
                      <a:pt x="784" y="451"/>
                    </a:cubicBezTo>
                    <a:cubicBezTo>
                      <a:pt x="787" y="439"/>
                      <a:pt x="798" y="395"/>
                      <a:pt x="798" y="385"/>
                    </a:cubicBezTo>
                    <a:cubicBezTo>
                      <a:pt x="798" y="264"/>
                      <a:pt x="802" y="46"/>
                      <a:pt x="650" y="0"/>
                    </a:cubicBezTo>
                    <a:cubicBezTo>
                      <a:pt x="598" y="5"/>
                      <a:pt x="575" y="6"/>
                      <a:pt x="532" y="22"/>
                    </a:cubicBezTo>
                    <a:cubicBezTo>
                      <a:pt x="516" y="46"/>
                      <a:pt x="526" y="44"/>
                      <a:pt x="510" y="44"/>
                    </a:cubicBezTo>
                    <a:close/>
                  </a:path>
                </a:pathLst>
              </a:custGeom>
              <a:noFill/>
              <a:ln w="19050" cap="flat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IN"/>
              </a:p>
            </p:txBody>
          </p:sp>
        </p:grpSp>
        <p:sp>
          <p:nvSpPr>
            <p:cNvPr id="1590374" name="Line 102">
              <a:extLst>
                <a:ext uri="{FF2B5EF4-FFF2-40B4-BE49-F238E27FC236}">
                  <a16:creationId xmlns="" xmlns:a16="http://schemas.microsoft.com/office/drawing/2014/main" id="{C2732C60-E921-1EFD-9B7C-DFD078ACFF6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784" y="3264"/>
              <a:ext cx="4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</p:grpSp>
      <p:sp>
        <p:nvSpPr>
          <p:cNvPr id="1590375" name="Rectangle 103">
            <a:extLst>
              <a:ext uri="{FF2B5EF4-FFF2-40B4-BE49-F238E27FC236}">
                <a16:creationId xmlns="" xmlns:a16="http://schemas.microsoft.com/office/drawing/2014/main" id="{58CEE4D4-1ACC-2BF9-7BC7-85BF6B2992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25600" y="2084389"/>
            <a:ext cx="2222500" cy="1990725"/>
          </a:xfrm>
          <a:prstGeom prst="rect">
            <a:avLst/>
          </a:prstGeom>
          <a:solidFill>
            <a:srgbClr val="FFFFFF"/>
          </a:solidFill>
          <a:ln w="0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1590376" name="Rectangle 104">
            <a:extLst>
              <a:ext uri="{FF2B5EF4-FFF2-40B4-BE49-F238E27FC236}">
                <a16:creationId xmlns="" xmlns:a16="http://schemas.microsoft.com/office/drawing/2014/main" id="{9A5C0118-D827-F4E5-661F-4AFEFCA62A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38325" y="2225675"/>
            <a:ext cx="1906588" cy="160655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590377" name="Line 105">
            <a:extLst>
              <a:ext uri="{FF2B5EF4-FFF2-40B4-BE49-F238E27FC236}">
                <a16:creationId xmlns="" xmlns:a16="http://schemas.microsoft.com/office/drawing/2014/main" id="{4C5C6D4E-134C-11BE-9E63-68FEC7F900A4}"/>
              </a:ext>
            </a:extLst>
          </p:cNvPr>
          <p:cNvSpPr>
            <a:spLocks noChangeShapeType="1"/>
          </p:cNvSpPr>
          <p:nvPr/>
        </p:nvSpPr>
        <p:spPr bwMode="auto">
          <a:xfrm>
            <a:off x="1838325" y="3670300"/>
            <a:ext cx="1906588" cy="1588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590378" name="Line 106">
            <a:extLst>
              <a:ext uri="{FF2B5EF4-FFF2-40B4-BE49-F238E27FC236}">
                <a16:creationId xmlns="" xmlns:a16="http://schemas.microsoft.com/office/drawing/2014/main" id="{FE3AA280-2790-5C36-694E-B79C56742862}"/>
              </a:ext>
            </a:extLst>
          </p:cNvPr>
          <p:cNvSpPr>
            <a:spLocks noChangeShapeType="1"/>
          </p:cNvSpPr>
          <p:nvPr/>
        </p:nvSpPr>
        <p:spPr bwMode="auto">
          <a:xfrm>
            <a:off x="1838325" y="3509964"/>
            <a:ext cx="1906588" cy="1587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590379" name="Line 107">
            <a:extLst>
              <a:ext uri="{FF2B5EF4-FFF2-40B4-BE49-F238E27FC236}">
                <a16:creationId xmlns="" xmlns:a16="http://schemas.microsoft.com/office/drawing/2014/main" id="{3BF55F0C-9F50-821A-D69E-55A28C57B640}"/>
              </a:ext>
            </a:extLst>
          </p:cNvPr>
          <p:cNvSpPr>
            <a:spLocks noChangeShapeType="1"/>
          </p:cNvSpPr>
          <p:nvPr/>
        </p:nvSpPr>
        <p:spPr bwMode="auto">
          <a:xfrm>
            <a:off x="1838325" y="3348039"/>
            <a:ext cx="1906588" cy="1587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590380" name="Line 108">
            <a:extLst>
              <a:ext uri="{FF2B5EF4-FFF2-40B4-BE49-F238E27FC236}">
                <a16:creationId xmlns="" xmlns:a16="http://schemas.microsoft.com/office/drawing/2014/main" id="{A8B138F6-BF6D-99A8-B296-3EC6FBFEF4FF}"/>
              </a:ext>
            </a:extLst>
          </p:cNvPr>
          <p:cNvSpPr>
            <a:spLocks noChangeShapeType="1"/>
          </p:cNvSpPr>
          <p:nvPr/>
        </p:nvSpPr>
        <p:spPr bwMode="auto">
          <a:xfrm>
            <a:off x="1838325" y="3187700"/>
            <a:ext cx="1906588" cy="1588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590381" name="Line 109">
            <a:extLst>
              <a:ext uri="{FF2B5EF4-FFF2-40B4-BE49-F238E27FC236}">
                <a16:creationId xmlns="" xmlns:a16="http://schemas.microsoft.com/office/drawing/2014/main" id="{5F9B532C-C572-F2F5-6F3A-AE8F23C3D793}"/>
              </a:ext>
            </a:extLst>
          </p:cNvPr>
          <p:cNvSpPr>
            <a:spLocks noChangeShapeType="1"/>
          </p:cNvSpPr>
          <p:nvPr/>
        </p:nvSpPr>
        <p:spPr bwMode="auto">
          <a:xfrm>
            <a:off x="1838325" y="3025775"/>
            <a:ext cx="1906588" cy="1588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590382" name="Line 110">
            <a:extLst>
              <a:ext uri="{FF2B5EF4-FFF2-40B4-BE49-F238E27FC236}">
                <a16:creationId xmlns="" xmlns:a16="http://schemas.microsoft.com/office/drawing/2014/main" id="{3627998F-225E-2834-B1E0-51C0B43F9A07}"/>
              </a:ext>
            </a:extLst>
          </p:cNvPr>
          <p:cNvSpPr>
            <a:spLocks noChangeShapeType="1"/>
          </p:cNvSpPr>
          <p:nvPr/>
        </p:nvSpPr>
        <p:spPr bwMode="auto">
          <a:xfrm>
            <a:off x="1838325" y="2870200"/>
            <a:ext cx="1906588" cy="1588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590383" name="Line 111">
            <a:extLst>
              <a:ext uri="{FF2B5EF4-FFF2-40B4-BE49-F238E27FC236}">
                <a16:creationId xmlns="" xmlns:a16="http://schemas.microsoft.com/office/drawing/2014/main" id="{AA8F6597-F74A-62A4-11C2-A6247C796D05}"/>
              </a:ext>
            </a:extLst>
          </p:cNvPr>
          <p:cNvSpPr>
            <a:spLocks noChangeShapeType="1"/>
          </p:cNvSpPr>
          <p:nvPr/>
        </p:nvSpPr>
        <p:spPr bwMode="auto">
          <a:xfrm>
            <a:off x="1838325" y="2709864"/>
            <a:ext cx="1906588" cy="1587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590384" name="Line 112">
            <a:extLst>
              <a:ext uri="{FF2B5EF4-FFF2-40B4-BE49-F238E27FC236}">
                <a16:creationId xmlns="" xmlns:a16="http://schemas.microsoft.com/office/drawing/2014/main" id="{D89381C9-09E5-40D3-25BF-80109990EA3D}"/>
              </a:ext>
            </a:extLst>
          </p:cNvPr>
          <p:cNvSpPr>
            <a:spLocks noChangeShapeType="1"/>
          </p:cNvSpPr>
          <p:nvPr/>
        </p:nvSpPr>
        <p:spPr bwMode="auto">
          <a:xfrm>
            <a:off x="1838325" y="2547939"/>
            <a:ext cx="1906588" cy="1587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590385" name="Line 113">
            <a:extLst>
              <a:ext uri="{FF2B5EF4-FFF2-40B4-BE49-F238E27FC236}">
                <a16:creationId xmlns="" xmlns:a16="http://schemas.microsoft.com/office/drawing/2014/main" id="{A74591A9-DECD-98C2-B8D8-F86290FAF550}"/>
              </a:ext>
            </a:extLst>
          </p:cNvPr>
          <p:cNvSpPr>
            <a:spLocks noChangeShapeType="1"/>
          </p:cNvSpPr>
          <p:nvPr/>
        </p:nvSpPr>
        <p:spPr bwMode="auto">
          <a:xfrm>
            <a:off x="1838325" y="2387600"/>
            <a:ext cx="1906588" cy="1588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590386" name="Line 114">
            <a:extLst>
              <a:ext uri="{FF2B5EF4-FFF2-40B4-BE49-F238E27FC236}">
                <a16:creationId xmlns="" xmlns:a16="http://schemas.microsoft.com/office/drawing/2014/main" id="{08401655-30FE-BA75-0C85-A539A651DAB8}"/>
              </a:ext>
            </a:extLst>
          </p:cNvPr>
          <p:cNvSpPr>
            <a:spLocks noChangeShapeType="1"/>
          </p:cNvSpPr>
          <p:nvPr/>
        </p:nvSpPr>
        <p:spPr bwMode="auto">
          <a:xfrm>
            <a:off x="1838325" y="2225675"/>
            <a:ext cx="1906588" cy="1588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590387" name="Line 115">
            <a:extLst>
              <a:ext uri="{FF2B5EF4-FFF2-40B4-BE49-F238E27FC236}">
                <a16:creationId xmlns="" xmlns:a16="http://schemas.microsoft.com/office/drawing/2014/main" id="{63023395-B1A1-CB89-0044-73FF442BE32A}"/>
              </a:ext>
            </a:extLst>
          </p:cNvPr>
          <p:cNvSpPr>
            <a:spLocks noChangeShapeType="1"/>
          </p:cNvSpPr>
          <p:nvPr/>
        </p:nvSpPr>
        <p:spPr bwMode="auto">
          <a:xfrm>
            <a:off x="2030414" y="2225675"/>
            <a:ext cx="1587" cy="1606550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590388" name="Line 116">
            <a:extLst>
              <a:ext uri="{FF2B5EF4-FFF2-40B4-BE49-F238E27FC236}">
                <a16:creationId xmlns="" xmlns:a16="http://schemas.microsoft.com/office/drawing/2014/main" id="{4F921114-0CB8-47D1-AAD5-D5AA433E6F84}"/>
              </a:ext>
            </a:extLst>
          </p:cNvPr>
          <p:cNvSpPr>
            <a:spLocks noChangeShapeType="1"/>
          </p:cNvSpPr>
          <p:nvPr/>
        </p:nvSpPr>
        <p:spPr bwMode="auto">
          <a:xfrm>
            <a:off x="2216150" y="2225675"/>
            <a:ext cx="1588" cy="1606550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590389" name="Line 117">
            <a:extLst>
              <a:ext uri="{FF2B5EF4-FFF2-40B4-BE49-F238E27FC236}">
                <a16:creationId xmlns="" xmlns:a16="http://schemas.microsoft.com/office/drawing/2014/main" id="{049A1481-6AB2-3D7F-3BA4-8B3B5B7460DB}"/>
              </a:ext>
            </a:extLst>
          </p:cNvPr>
          <p:cNvSpPr>
            <a:spLocks noChangeShapeType="1"/>
          </p:cNvSpPr>
          <p:nvPr/>
        </p:nvSpPr>
        <p:spPr bwMode="auto">
          <a:xfrm>
            <a:off x="2409825" y="2225675"/>
            <a:ext cx="1588" cy="1606550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590390" name="Line 118">
            <a:extLst>
              <a:ext uri="{FF2B5EF4-FFF2-40B4-BE49-F238E27FC236}">
                <a16:creationId xmlns="" xmlns:a16="http://schemas.microsoft.com/office/drawing/2014/main" id="{4AA7C071-130D-F8A4-788A-936CF1315AD3}"/>
              </a:ext>
            </a:extLst>
          </p:cNvPr>
          <p:cNvSpPr>
            <a:spLocks noChangeShapeType="1"/>
          </p:cNvSpPr>
          <p:nvPr/>
        </p:nvSpPr>
        <p:spPr bwMode="auto">
          <a:xfrm>
            <a:off x="2601914" y="2225675"/>
            <a:ext cx="1587" cy="1606550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590391" name="Line 119">
            <a:extLst>
              <a:ext uri="{FF2B5EF4-FFF2-40B4-BE49-F238E27FC236}">
                <a16:creationId xmlns="" xmlns:a16="http://schemas.microsoft.com/office/drawing/2014/main" id="{5A2D9997-DD9E-9DBD-A47F-C14B47C76FBA}"/>
              </a:ext>
            </a:extLst>
          </p:cNvPr>
          <p:cNvSpPr>
            <a:spLocks noChangeShapeType="1"/>
          </p:cNvSpPr>
          <p:nvPr/>
        </p:nvSpPr>
        <p:spPr bwMode="auto">
          <a:xfrm>
            <a:off x="2794000" y="2225675"/>
            <a:ext cx="1588" cy="1606550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590392" name="Line 120">
            <a:extLst>
              <a:ext uri="{FF2B5EF4-FFF2-40B4-BE49-F238E27FC236}">
                <a16:creationId xmlns="" xmlns:a16="http://schemas.microsoft.com/office/drawing/2014/main" id="{093304F5-04F2-4F02-A43A-9BB09DE6BCDF}"/>
              </a:ext>
            </a:extLst>
          </p:cNvPr>
          <p:cNvSpPr>
            <a:spLocks noChangeShapeType="1"/>
          </p:cNvSpPr>
          <p:nvPr/>
        </p:nvSpPr>
        <p:spPr bwMode="auto">
          <a:xfrm>
            <a:off x="2981325" y="2225675"/>
            <a:ext cx="1588" cy="1606550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590393" name="Line 121">
            <a:extLst>
              <a:ext uri="{FF2B5EF4-FFF2-40B4-BE49-F238E27FC236}">
                <a16:creationId xmlns="" xmlns:a16="http://schemas.microsoft.com/office/drawing/2014/main" id="{2D4E22F2-F6C0-FDB0-A98B-E7D1FD56F29A}"/>
              </a:ext>
            </a:extLst>
          </p:cNvPr>
          <p:cNvSpPr>
            <a:spLocks noChangeShapeType="1"/>
          </p:cNvSpPr>
          <p:nvPr/>
        </p:nvSpPr>
        <p:spPr bwMode="auto">
          <a:xfrm>
            <a:off x="3173414" y="2225675"/>
            <a:ext cx="1587" cy="1606550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590394" name="Line 122">
            <a:extLst>
              <a:ext uri="{FF2B5EF4-FFF2-40B4-BE49-F238E27FC236}">
                <a16:creationId xmlns="" xmlns:a16="http://schemas.microsoft.com/office/drawing/2014/main" id="{139619D0-6EAC-CBD7-AE93-CECCAA1248FA}"/>
              </a:ext>
            </a:extLst>
          </p:cNvPr>
          <p:cNvSpPr>
            <a:spLocks noChangeShapeType="1"/>
          </p:cNvSpPr>
          <p:nvPr/>
        </p:nvSpPr>
        <p:spPr bwMode="auto">
          <a:xfrm>
            <a:off x="3365500" y="2225675"/>
            <a:ext cx="1588" cy="1606550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590395" name="Line 123">
            <a:extLst>
              <a:ext uri="{FF2B5EF4-FFF2-40B4-BE49-F238E27FC236}">
                <a16:creationId xmlns="" xmlns:a16="http://schemas.microsoft.com/office/drawing/2014/main" id="{5B392257-FFFE-B011-3583-4544E8877E0C}"/>
              </a:ext>
            </a:extLst>
          </p:cNvPr>
          <p:cNvSpPr>
            <a:spLocks noChangeShapeType="1"/>
          </p:cNvSpPr>
          <p:nvPr/>
        </p:nvSpPr>
        <p:spPr bwMode="auto">
          <a:xfrm>
            <a:off x="3552825" y="2225675"/>
            <a:ext cx="1588" cy="1606550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590396" name="Line 124">
            <a:extLst>
              <a:ext uri="{FF2B5EF4-FFF2-40B4-BE49-F238E27FC236}">
                <a16:creationId xmlns="" xmlns:a16="http://schemas.microsoft.com/office/drawing/2014/main" id="{5C0B02D0-2AA6-230F-DB8C-376A16636388}"/>
              </a:ext>
            </a:extLst>
          </p:cNvPr>
          <p:cNvSpPr>
            <a:spLocks noChangeShapeType="1"/>
          </p:cNvSpPr>
          <p:nvPr/>
        </p:nvSpPr>
        <p:spPr bwMode="auto">
          <a:xfrm>
            <a:off x="3744914" y="2225675"/>
            <a:ext cx="1587" cy="1606550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590397" name="Rectangle 125">
            <a:extLst>
              <a:ext uri="{FF2B5EF4-FFF2-40B4-BE49-F238E27FC236}">
                <a16:creationId xmlns="" xmlns:a16="http://schemas.microsoft.com/office/drawing/2014/main" id="{375DEC00-C507-4256-264C-D0D1B4D5AA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38325" y="2225675"/>
            <a:ext cx="1906588" cy="1606550"/>
          </a:xfrm>
          <a:prstGeom prst="rect">
            <a:avLst/>
          </a:prstGeom>
          <a:noFill/>
          <a:ln w="635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590398" name="Line 126">
            <a:extLst>
              <a:ext uri="{FF2B5EF4-FFF2-40B4-BE49-F238E27FC236}">
                <a16:creationId xmlns="" xmlns:a16="http://schemas.microsoft.com/office/drawing/2014/main" id="{2202D9C4-27BA-6C22-569C-CDA34B147DB9}"/>
              </a:ext>
            </a:extLst>
          </p:cNvPr>
          <p:cNvSpPr>
            <a:spLocks noChangeShapeType="1"/>
          </p:cNvSpPr>
          <p:nvPr/>
        </p:nvSpPr>
        <p:spPr bwMode="auto">
          <a:xfrm>
            <a:off x="1838325" y="2225675"/>
            <a:ext cx="1588" cy="1606550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590399" name="Line 127">
            <a:extLst>
              <a:ext uri="{FF2B5EF4-FFF2-40B4-BE49-F238E27FC236}">
                <a16:creationId xmlns="" xmlns:a16="http://schemas.microsoft.com/office/drawing/2014/main" id="{F916A580-10E3-85E8-E59D-8227F1F61B46}"/>
              </a:ext>
            </a:extLst>
          </p:cNvPr>
          <p:cNvSpPr>
            <a:spLocks noChangeShapeType="1"/>
          </p:cNvSpPr>
          <p:nvPr/>
        </p:nvSpPr>
        <p:spPr bwMode="auto">
          <a:xfrm>
            <a:off x="1819275" y="3832225"/>
            <a:ext cx="19050" cy="1588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590400" name="Line 128">
            <a:extLst>
              <a:ext uri="{FF2B5EF4-FFF2-40B4-BE49-F238E27FC236}">
                <a16:creationId xmlns="" xmlns:a16="http://schemas.microsoft.com/office/drawing/2014/main" id="{C5DA98B6-C297-7469-B773-590ED3FDAC84}"/>
              </a:ext>
            </a:extLst>
          </p:cNvPr>
          <p:cNvSpPr>
            <a:spLocks noChangeShapeType="1"/>
          </p:cNvSpPr>
          <p:nvPr/>
        </p:nvSpPr>
        <p:spPr bwMode="auto">
          <a:xfrm>
            <a:off x="1819275" y="3670300"/>
            <a:ext cx="19050" cy="1588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590401" name="Line 129">
            <a:extLst>
              <a:ext uri="{FF2B5EF4-FFF2-40B4-BE49-F238E27FC236}">
                <a16:creationId xmlns="" xmlns:a16="http://schemas.microsoft.com/office/drawing/2014/main" id="{7B570920-4856-F7C0-47E3-AEA4C9EB141D}"/>
              </a:ext>
            </a:extLst>
          </p:cNvPr>
          <p:cNvSpPr>
            <a:spLocks noChangeShapeType="1"/>
          </p:cNvSpPr>
          <p:nvPr/>
        </p:nvSpPr>
        <p:spPr bwMode="auto">
          <a:xfrm>
            <a:off x="1819275" y="3509964"/>
            <a:ext cx="19050" cy="1587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590402" name="Line 130">
            <a:extLst>
              <a:ext uri="{FF2B5EF4-FFF2-40B4-BE49-F238E27FC236}">
                <a16:creationId xmlns="" xmlns:a16="http://schemas.microsoft.com/office/drawing/2014/main" id="{4A4587E4-425F-3190-0195-10DA33E1708C}"/>
              </a:ext>
            </a:extLst>
          </p:cNvPr>
          <p:cNvSpPr>
            <a:spLocks noChangeShapeType="1"/>
          </p:cNvSpPr>
          <p:nvPr/>
        </p:nvSpPr>
        <p:spPr bwMode="auto">
          <a:xfrm>
            <a:off x="1819275" y="3348039"/>
            <a:ext cx="19050" cy="1587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590403" name="Line 131">
            <a:extLst>
              <a:ext uri="{FF2B5EF4-FFF2-40B4-BE49-F238E27FC236}">
                <a16:creationId xmlns="" xmlns:a16="http://schemas.microsoft.com/office/drawing/2014/main" id="{B9457AF1-5D96-04E7-58D6-61879BD98CEC}"/>
              </a:ext>
            </a:extLst>
          </p:cNvPr>
          <p:cNvSpPr>
            <a:spLocks noChangeShapeType="1"/>
          </p:cNvSpPr>
          <p:nvPr/>
        </p:nvSpPr>
        <p:spPr bwMode="auto">
          <a:xfrm>
            <a:off x="1819275" y="3187700"/>
            <a:ext cx="19050" cy="1588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590404" name="Line 132">
            <a:extLst>
              <a:ext uri="{FF2B5EF4-FFF2-40B4-BE49-F238E27FC236}">
                <a16:creationId xmlns="" xmlns:a16="http://schemas.microsoft.com/office/drawing/2014/main" id="{BD634860-D693-6DBB-1E05-A6F007C06988}"/>
              </a:ext>
            </a:extLst>
          </p:cNvPr>
          <p:cNvSpPr>
            <a:spLocks noChangeShapeType="1"/>
          </p:cNvSpPr>
          <p:nvPr/>
        </p:nvSpPr>
        <p:spPr bwMode="auto">
          <a:xfrm>
            <a:off x="1819275" y="3025775"/>
            <a:ext cx="19050" cy="1588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590405" name="Line 133">
            <a:extLst>
              <a:ext uri="{FF2B5EF4-FFF2-40B4-BE49-F238E27FC236}">
                <a16:creationId xmlns="" xmlns:a16="http://schemas.microsoft.com/office/drawing/2014/main" id="{999DDDDB-3C1F-9FF9-2249-FCB0EBC20271}"/>
              </a:ext>
            </a:extLst>
          </p:cNvPr>
          <p:cNvSpPr>
            <a:spLocks noChangeShapeType="1"/>
          </p:cNvSpPr>
          <p:nvPr/>
        </p:nvSpPr>
        <p:spPr bwMode="auto">
          <a:xfrm>
            <a:off x="1819275" y="2870200"/>
            <a:ext cx="19050" cy="1588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590406" name="Line 134">
            <a:extLst>
              <a:ext uri="{FF2B5EF4-FFF2-40B4-BE49-F238E27FC236}">
                <a16:creationId xmlns="" xmlns:a16="http://schemas.microsoft.com/office/drawing/2014/main" id="{BCE8B59D-1199-AAD2-8757-38BC4D7994ED}"/>
              </a:ext>
            </a:extLst>
          </p:cNvPr>
          <p:cNvSpPr>
            <a:spLocks noChangeShapeType="1"/>
          </p:cNvSpPr>
          <p:nvPr/>
        </p:nvSpPr>
        <p:spPr bwMode="auto">
          <a:xfrm>
            <a:off x="1819275" y="2709864"/>
            <a:ext cx="19050" cy="1587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590407" name="Line 135">
            <a:extLst>
              <a:ext uri="{FF2B5EF4-FFF2-40B4-BE49-F238E27FC236}">
                <a16:creationId xmlns="" xmlns:a16="http://schemas.microsoft.com/office/drawing/2014/main" id="{23B332F9-9ABE-8E0B-B375-072D52435A23}"/>
              </a:ext>
            </a:extLst>
          </p:cNvPr>
          <p:cNvSpPr>
            <a:spLocks noChangeShapeType="1"/>
          </p:cNvSpPr>
          <p:nvPr/>
        </p:nvSpPr>
        <p:spPr bwMode="auto">
          <a:xfrm>
            <a:off x="1819275" y="2547939"/>
            <a:ext cx="19050" cy="1587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590408" name="Line 136">
            <a:extLst>
              <a:ext uri="{FF2B5EF4-FFF2-40B4-BE49-F238E27FC236}">
                <a16:creationId xmlns="" xmlns:a16="http://schemas.microsoft.com/office/drawing/2014/main" id="{BDEECE7C-EB91-1798-C9CF-EC5B4C9A938F}"/>
              </a:ext>
            </a:extLst>
          </p:cNvPr>
          <p:cNvSpPr>
            <a:spLocks noChangeShapeType="1"/>
          </p:cNvSpPr>
          <p:nvPr/>
        </p:nvSpPr>
        <p:spPr bwMode="auto">
          <a:xfrm>
            <a:off x="1819275" y="2387600"/>
            <a:ext cx="19050" cy="1588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590409" name="Line 137">
            <a:extLst>
              <a:ext uri="{FF2B5EF4-FFF2-40B4-BE49-F238E27FC236}">
                <a16:creationId xmlns="" xmlns:a16="http://schemas.microsoft.com/office/drawing/2014/main" id="{25C498C1-6F79-A98F-E043-061B1DBDBD24}"/>
              </a:ext>
            </a:extLst>
          </p:cNvPr>
          <p:cNvSpPr>
            <a:spLocks noChangeShapeType="1"/>
          </p:cNvSpPr>
          <p:nvPr/>
        </p:nvSpPr>
        <p:spPr bwMode="auto">
          <a:xfrm>
            <a:off x="1819275" y="2225675"/>
            <a:ext cx="19050" cy="1588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590410" name="Line 138">
            <a:extLst>
              <a:ext uri="{FF2B5EF4-FFF2-40B4-BE49-F238E27FC236}">
                <a16:creationId xmlns="" xmlns:a16="http://schemas.microsoft.com/office/drawing/2014/main" id="{8A899C17-78B8-05D6-0F2E-5ED21004CA94}"/>
              </a:ext>
            </a:extLst>
          </p:cNvPr>
          <p:cNvSpPr>
            <a:spLocks noChangeShapeType="1"/>
          </p:cNvSpPr>
          <p:nvPr/>
        </p:nvSpPr>
        <p:spPr bwMode="auto">
          <a:xfrm>
            <a:off x="1838325" y="3832225"/>
            <a:ext cx="1906588" cy="1588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590411" name="Line 139">
            <a:extLst>
              <a:ext uri="{FF2B5EF4-FFF2-40B4-BE49-F238E27FC236}">
                <a16:creationId xmlns="" xmlns:a16="http://schemas.microsoft.com/office/drawing/2014/main" id="{D924A7DD-3A1D-B6C7-C764-A4E37684EB1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838325" y="3832225"/>
            <a:ext cx="1588" cy="20638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590412" name="Line 140">
            <a:extLst>
              <a:ext uri="{FF2B5EF4-FFF2-40B4-BE49-F238E27FC236}">
                <a16:creationId xmlns="" xmlns:a16="http://schemas.microsoft.com/office/drawing/2014/main" id="{8AD7FB2E-16D5-51C7-CCB8-F96517DDF81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030414" y="3832225"/>
            <a:ext cx="1587" cy="20638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590413" name="Line 141">
            <a:extLst>
              <a:ext uri="{FF2B5EF4-FFF2-40B4-BE49-F238E27FC236}">
                <a16:creationId xmlns="" xmlns:a16="http://schemas.microsoft.com/office/drawing/2014/main" id="{6DA915FD-BDCA-21E9-0C1D-CE8A30622C8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216150" y="3832225"/>
            <a:ext cx="1588" cy="20638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590414" name="Line 142">
            <a:extLst>
              <a:ext uri="{FF2B5EF4-FFF2-40B4-BE49-F238E27FC236}">
                <a16:creationId xmlns="" xmlns:a16="http://schemas.microsoft.com/office/drawing/2014/main" id="{8E0955B6-1DB7-D4B6-2F9C-B679637557A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409825" y="3832225"/>
            <a:ext cx="1588" cy="20638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590415" name="Line 143">
            <a:extLst>
              <a:ext uri="{FF2B5EF4-FFF2-40B4-BE49-F238E27FC236}">
                <a16:creationId xmlns="" xmlns:a16="http://schemas.microsoft.com/office/drawing/2014/main" id="{CA6F1C6E-B47A-76DB-5E14-8D7F076D1C9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601914" y="3832225"/>
            <a:ext cx="1587" cy="20638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590416" name="Line 144">
            <a:extLst>
              <a:ext uri="{FF2B5EF4-FFF2-40B4-BE49-F238E27FC236}">
                <a16:creationId xmlns="" xmlns:a16="http://schemas.microsoft.com/office/drawing/2014/main" id="{D74B121C-F820-338F-5AC5-490B54E8222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794000" y="3832225"/>
            <a:ext cx="1588" cy="20638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590417" name="Line 145">
            <a:extLst>
              <a:ext uri="{FF2B5EF4-FFF2-40B4-BE49-F238E27FC236}">
                <a16:creationId xmlns="" xmlns:a16="http://schemas.microsoft.com/office/drawing/2014/main" id="{80D66E69-2CE5-799D-7334-F4E75FBB458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981325" y="3832225"/>
            <a:ext cx="1588" cy="20638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590418" name="Line 146">
            <a:extLst>
              <a:ext uri="{FF2B5EF4-FFF2-40B4-BE49-F238E27FC236}">
                <a16:creationId xmlns="" xmlns:a16="http://schemas.microsoft.com/office/drawing/2014/main" id="{61108A4F-C3B4-92A1-452B-C8569133063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173414" y="3832225"/>
            <a:ext cx="1587" cy="20638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590419" name="Line 147">
            <a:extLst>
              <a:ext uri="{FF2B5EF4-FFF2-40B4-BE49-F238E27FC236}">
                <a16:creationId xmlns="" xmlns:a16="http://schemas.microsoft.com/office/drawing/2014/main" id="{A1372CAA-F056-E8E5-D633-9DD30636D21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365500" y="3832225"/>
            <a:ext cx="1588" cy="20638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590420" name="Line 148">
            <a:extLst>
              <a:ext uri="{FF2B5EF4-FFF2-40B4-BE49-F238E27FC236}">
                <a16:creationId xmlns="" xmlns:a16="http://schemas.microsoft.com/office/drawing/2014/main" id="{EE5BEA21-1612-F72E-31AC-32E47A1CC1D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552825" y="3832225"/>
            <a:ext cx="1588" cy="20638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590421" name="Line 149">
            <a:extLst>
              <a:ext uri="{FF2B5EF4-FFF2-40B4-BE49-F238E27FC236}">
                <a16:creationId xmlns="" xmlns:a16="http://schemas.microsoft.com/office/drawing/2014/main" id="{7DF80E13-2D40-9F62-0EC3-CE292EB895B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744914" y="3832225"/>
            <a:ext cx="1587" cy="20638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590422" name="Freeform 150">
            <a:extLst>
              <a:ext uri="{FF2B5EF4-FFF2-40B4-BE49-F238E27FC236}">
                <a16:creationId xmlns="" xmlns:a16="http://schemas.microsoft.com/office/drawing/2014/main" id="{D2B665FC-DC36-C40C-3D64-DA7B61458026}"/>
              </a:ext>
            </a:extLst>
          </p:cNvPr>
          <p:cNvSpPr>
            <a:spLocks/>
          </p:cNvSpPr>
          <p:nvPr/>
        </p:nvSpPr>
        <p:spPr bwMode="auto">
          <a:xfrm>
            <a:off x="2363789" y="2824163"/>
            <a:ext cx="90487" cy="93662"/>
          </a:xfrm>
          <a:custGeom>
            <a:avLst/>
            <a:gdLst>
              <a:gd name="T0" fmla="*/ 29 w 57"/>
              <a:gd name="T1" fmla="*/ 0 h 59"/>
              <a:gd name="T2" fmla="*/ 57 w 57"/>
              <a:gd name="T3" fmla="*/ 29 h 59"/>
              <a:gd name="T4" fmla="*/ 29 w 57"/>
              <a:gd name="T5" fmla="*/ 59 h 59"/>
              <a:gd name="T6" fmla="*/ 0 w 57"/>
              <a:gd name="T7" fmla="*/ 29 h 59"/>
              <a:gd name="T8" fmla="*/ 29 w 57"/>
              <a:gd name="T9" fmla="*/ 0 h 5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7" h="59">
                <a:moveTo>
                  <a:pt x="29" y="0"/>
                </a:moveTo>
                <a:lnTo>
                  <a:pt x="57" y="29"/>
                </a:lnTo>
                <a:lnTo>
                  <a:pt x="29" y="59"/>
                </a:lnTo>
                <a:lnTo>
                  <a:pt x="0" y="29"/>
                </a:lnTo>
                <a:lnTo>
                  <a:pt x="29" y="0"/>
                </a:lnTo>
                <a:close/>
              </a:path>
            </a:pathLst>
          </a:custGeom>
          <a:solidFill>
            <a:srgbClr val="00FFFF"/>
          </a:solidFill>
          <a:ln w="6350">
            <a:solidFill>
              <a:srgbClr val="00008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1590423" name="Freeform 151">
            <a:extLst>
              <a:ext uri="{FF2B5EF4-FFF2-40B4-BE49-F238E27FC236}">
                <a16:creationId xmlns="" xmlns:a16="http://schemas.microsoft.com/office/drawing/2014/main" id="{BD40189C-239F-D95F-561B-68EF21DF70BF}"/>
              </a:ext>
            </a:extLst>
          </p:cNvPr>
          <p:cNvSpPr>
            <a:spLocks/>
          </p:cNvSpPr>
          <p:nvPr/>
        </p:nvSpPr>
        <p:spPr bwMode="auto">
          <a:xfrm>
            <a:off x="3128963" y="3302001"/>
            <a:ext cx="88900" cy="93663"/>
          </a:xfrm>
          <a:custGeom>
            <a:avLst/>
            <a:gdLst>
              <a:gd name="T0" fmla="*/ 28 w 56"/>
              <a:gd name="T1" fmla="*/ 0 h 59"/>
              <a:gd name="T2" fmla="*/ 56 w 56"/>
              <a:gd name="T3" fmla="*/ 29 h 59"/>
              <a:gd name="T4" fmla="*/ 28 w 56"/>
              <a:gd name="T5" fmla="*/ 59 h 59"/>
              <a:gd name="T6" fmla="*/ 0 w 56"/>
              <a:gd name="T7" fmla="*/ 29 h 59"/>
              <a:gd name="T8" fmla="*/ 28 w 56"/>
              <a:gd name="T9" fmla="*/ 0 h 5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6" h="59">
                <a:moveTo>
                  <a:pt x="28" y="0"/>
                </a:moveTo>
                <a:lnTo>
                  <a:pt x="56" y="29"/>
                </a:lnTo>
                <a:lnTo>
                  <a:pt x="28" y="59"/>
                </a:lnTo>
                <a:lnTo>
                  <a:pt x="0" y="29"/>
                </a:lnTo>
                <a:lnTo>
                  <a:pt x="28" y="0"/>
                </a:lnTo>
                <a:close/>
              </a:path>
            </a:pathLst>
          </a:custGeom>
          <a:solidFill>
            <a:srgbClr val="000080"/>
          </a:solidFill>
          <a:ln w="6350">
            <a:solidFill>
              <a:srgbClr val="00008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1590424" name="Freeform 152">
            <a:extLst>
              <a:ext uri="{FF2B5EF4-FFF2-40B4-BE49-F238E27FC236}">
                <a16:creationId xmlns="" xmlns:a16="http://schemas.microsoft.com/office/drawing/2014/main" id="{9F257143-0470-D69A-1032-F72A4A1215A7}"/>
              </a:ext>
            </a:extLst>
          </p:cNvPr>
          <p:cNvSpPr>
            <a:spLocks/>
          </p:cNvSpPr>
          <p:nvPr/>
        </p:nvSpPr>
        <p:spPr bwMode="auto">
          <a:xfrm>
            <a:off x="2557463" y="2662238"/>
            <a:ext cx="88900" cy="93662"/>
          </a:xfrm>
          <a:custGeom>
            <a:avLst/>
            <a:gdLst>
              <a:gd name="T0" fmla="*/ 28 w 56"/>
              <a:gd name="T1" fmla="*/ 0 h 59"/>
              <a:gd name="T2" fmla="*/ 56 w 56"/>
              <a:gd name="T3" fmla="*/ 30 h 59"/>
              <a:gd name="T4" fmla="*/ 28 w 56"/>
              <a:gd name="T5" fmla="*/ 59 h 59"/>
              <a:gd name="T6" fmla="*/ 0 w 56"/>
              <a:gd name="T7" fmla="*/ 30 h 59"/>
              <a:gd name="T8" fmla="*/ 28 w 56"/>
              <a:gd name="T9" fmla="*/ 0 h 5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6" h="59">
                <a:moveTo>
                  <a:pt x="28" y="0"/>
                </a:moveTo>
                <a:lnTo>
                  <a:pt x="56" y="30"/>
                </a:lnTo>
                <a:lnTo>
                  <a:pt x="28" y="59"/>
                </a:lnTo>
                <a:lnTo>
                  <a:pt x="0" y="30"/>
                </a:lnTo>
                <a:lnTo>
                  <a:pt x="28" y="0"/>
                </a:lnTo>
                <a:close/>
              </a:path>
            </a:pathLst>
          </a:custGeom>
          <a:solidFill>
            <a:srgbClr val="00FFFF"/>
          </a:solidFill>
          <a:ln w="6350">
            <a:solidFill>
              <a:srgbClr val="00008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1590425" name="Freeform 153">
            <a:extLst>
              <a:ext uri="{FF2B5EF4-FFF2-40B4-BE49-F238E27FC236}">
                <a16:creationId xmlns="" xmlns:a16="http://schemas.microsoft.com/office/drawing/2014/main" id="{298EF437-C4A5-B4C7-0384-190A79AB66C7}"/>
              </a:ext>
            </a:extLst>
          </p:cNvPr>
          <p:cNvSpPr>
            <a:spLocks/>
          </p:cNvSpPr>
          <p:nvPr/>
        </p:nvSpPr>
        <p:spPr bwMode="auto">
          <a:xfrm>
            <a:off x="2363789" y="2501901"/>
            <a:ext cx="90487" cy="93663"/>
          </a:xfrm>
          <a:custGeom>
            <a:avLst/>
            <a:gdLst>
              <a:gd name="T0" fmla="*/ 29 w 57"/>
              <a:gd name="T1" fmla="*/ 0 h 59"/>
              <a:gd name="T2" fmla="*/ 57 w 57"/>
              <a:gd name="T3" fmla="*/ 29 h 59"/>
              <a:gd name="T4" fmla="*/ 29 w 57"/>
              <a:gd name="T5" fmla="*/ 59 h 59"/>
              <a:gd name="T6" fmla="*/ 0 w 57"/>
              <a:gd name="T7" fmla="*/ 29 h 59"/>
              <a:gd name="T8" fmla="*/ 29 w 57"/>
              <a:gd name="T9" fmla="*/ 0 h 5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7" h="59">
                <a:moveTo>
                  <a:pt x="29" y="0"/>
                </a:moveTo>
                <a:lnTo>
                  <a:pt x="57" y="29"/>
                </a:lnTo>
                <a:lnTo>
                  <a:pt x="29" y="59"/>
                </a:lnTo>
                <a:lnTo>
                  <a:pt x="0" y="29"/>
                </a:lnTo>
                <a:lnTo>
                  <a:pt x="29" y="0"/>
                </a:lnTo>
                <a:close/>
              </a:path>
            </a:pathLst>
          </a:custGeom>
          <a:solidFill>
            <a:srgbClr val="00FFFF"/>
          </a:solidFill>
          <a:ln w="6350">
            <a:solidFill>
              <a:srgbClr val="00008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1590426" name="Freeform 154">
            <a:extLst>
              <a:ext uri="{FF2B5EF4-FFF2-40B4-BE49-F238E27FC236}">
                <a16:creationId xmlns="" xmlns:a16="http://schemas.microsoft.com/office/drawing/2014/main" id="{88CC9AF7-2AEC-B384-0911-E7CD66091F41}"/>
              </a:ext>
            </a:extLst>
          </p:cNvPr>
          <p:cNvSpPr>
            <a:spLocks/>
          </p:cNvSpPr>
          <p:nvPr/>
        </p:nvSpPr>
        <p:spPr bwMode="auto">
          <a:xfrm>
            <a:off x="3321050" y="2984500"/>
            <a:ext cx="90488" cy="95250"/>
          </a:xfrm>
          <a:custGeom>
            <a:avLst/>
            <a:gdLst>
              <a:gd name="T0" fmla="*/ 28 w 57"/>
              <a:gd name="T1" fmla="*/ 0 h 60"/>
              <a:gd name="T2" fmla="*/ 57 w 57"/>
              <a:gd name="T3" fmla="*/ 30 h 60"/>
              <a:gd name="T4" fmla="*/ 28 w 57"/>
              <a:gd name="T5" fmla="*/ 60 h 60"/>
              <a:gd name="T6" fmla="*/ 0 w 57"/>
              <a:gd name="T7" fmla="*/ 30 h 60"/>
              <a:gd name="T8" fmla="*/ 28 w 57"/>
              <a:gd name="T9" fmla="*/ 0 h 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7" h="60">
                <a:moveTo>
                  <a:pt x="28" y="0"/>
                </a:moveTo>
                <a:lnTo>
                  <a:pt x="57" y="30"/>
                </a:lnTo>
                <a:lnTo>
                  <a:pt x="28" y="60"/>
                </a:lnTo>
                <a:lnTo>
                  <a:pt x="0" y="30"/>
                </a:lnTo>
                <a:lnTo>
                  <a:pt x="28" y="0"/>
                </a:lnTo>
                <a:close/>
              </a:path>
            </a:pathLst>
          </a:custGeom>
          <a:solidFill>
            <a:srgbClr val="000080"/>
          </a:solidFill>
          <a:ln w="6350">
            <a:solidFill>
              <a:srgbClr val="00008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1590427" name="Freeform 155">
            <a:extLst>
              <a:ext uri="{FF2B5EF4-FFF2-40B4-BE49-F238E27FC236}">
                <a16:creationId xmlns="" xmlns:a16="http://schemas.microsoft.com/office/drawing/2014/main" id="{F5E49F9B-69E5-9567-80DA-84F6C240D499}"/>
              </a:ext>
            </a:extLst>
          </p:cNvPr>
          <p:cNvSpPr>
            <a:spLocks/>
          </p:cNvSpPr>
          <p:nvPr/>
        </p:nvSpPr>
        <p:spPr bwMode="auto">
          <a:xfrm>
            <a:off x="2557463" y="2984500"/>
            <a:ext cx="88900" cy="95250"/>
          </a:xfrm>
          <a:custGeom>
            <a:avLst/>
            <a:gdLst>
              <a:gd name="T0" fmla="*/ 28 w 56"/>
              <a:gd name="T1" fmla="*/ 0 h 60"/>
              <a:gd name="T2" fmla="*/ 56 w 56"/>
              <a:gd name="T3" fmla="*/ 30 h 60"/>
              <a:gd name="T4" fmla="*/ 28 w 56"/>
              <a:gd name="T5" fmla="*/ 60 h 60"/>
              <a:gd name="T6" fmla="*/ 0 w 56"/>
              <a:gd name="T7" fmla="*/ 30 h 60"/>
              <a:gd name="T8" fmla="*/ 28 w 56"/>
              <a:gd name="T9" fmla="*/ 0 h 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6" h="60">
                <a:moveTo>
                  <a:pt x="28" y="0"/>
                </a:moveTo>
                <a:lnTo>
                  <a:pt x="56" y="30"/>
                </a:lnTo>
                <a:lnTo>
                  <a:pt x="28" y="60"/>
                </a:lnTo>
                <a:lnTo>
                  <a:pt x="0" y="30"/>
                </a:lnTo>
                <a:lnTo>
                  <a:pt x="28" y="0"/>
                </a:lnTo>
                <a:close/>
              </a:path>
            </a:pathLst>
          </a:custGeom>
          <a:solidFill>
            <a:srgbClr val="00FFFF"/>
          </a:solidFill>
          <a:ln w="6350">
            <a:solidFill>
              <a:srgbClr val="00008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1590428" name="Freeform 156">
            <a:extLst>
              <a:ext uri="{FF2B5EF4-FFF2-40B4-BE49-F238E27FC236}">
                <a16:creationId xmlns="" xmlns:a16="http://schemas.microsoft.com/office/drawing/2014/main" id="{33254502-557F-C3B0-48E7-DBB19651BF5C}"/>
              </a:ext>
            </a:extLst>
          </p:cNvPr>
          <p:cNvSpPr>
            <a:spLocks/>
          </p:cNvSpPr>
          <p:nvPr/>
        </p:nvSpPr>
        <p:spPr bwMode="auto">
          <a:xfrm>
            <a:off x="2749550" y="3624263"/>
            <a:ext cx="90488" cy="93662"/>
          </a:xfrm>
          <a:custGeom>
            <a:avLst/>
            <a:gdLst>
              <a:gd name="T0" fmla="*/ 28 w 57"/>
              <a:gd name="T1" fmla="*/ 0 h 59"/>
              <a:gd name="T2" fmla="*/ 57 w 57"/>
              <a:gd name="T3" fmla="*/ 29 h 59"/>
              <a:gd name="T4" fmla="*/ 28 w 57"/>
              <a:gd name="T5" fmla="*/ 59 h 59"/>
              <a:gd name="T6" fmla="*/ 0 w 57"/>
              <a:gd name="T7" fmla="*/ 29 h 59"/>
              <a:gd name="T8" fmla="*/ 28 w 57"/>
              <a:gd name="T9" fmla="*/ 0 h 5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7" h="59">
                <a:moveTo>
                  <a:pt x="28" y="0"/>
                </a:moveTo>
                <a:lnTo>
                  <a:pt x="57" y="29"/>
                </a:lnTo>
                <a:lnTo>
                  <a:pt x="28" y="59"/>
                </a:lnTo>
                <a:lnTo>
                  <a:pt x="0" y="29"/>
                </a:lnTo>
                <a:lnTo>
                  <a:pt x="28" y="0"/>
                </a:lnTo>
                <a:close/>
              </a:path>
            </a:pathLst>
          </a:custGeom>
          <a:solidFill>
            <a:srgbClr val="00FFFF"/>
          </a:solidFill>
          <a:ln w="6350">
            <a:solidFill>
              <a:srgbClr val="00008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1590429" name="Freeform 157">
            <a:extLst>
              <a:ext uri="{FF2B5EF4-FFF2-40B4-BE49-F238E27FC236}">
                <a16:creationId xmlns="" xmlns:a16="http://schemas.microsoft.com/office/drawing/2014/main" id="{DABD9940-BAB0-4150-82C6-4E2A122094C2}"/>
              </a:ext>
            </a:extLst>
          </p:cNvPr>
          <p:cNvSpPr>
            <a:spLocks/>
          </p:cNvSpPr>
          <p:nvPr/>
        </p:nvSpPr>
        <p:spPr bwMode="auto">
          <a:xfrm>
            <a:off x="2749550" y="2984500"/>
            <a:ext cx="90488" cy="95250"/>
          </a:xfrm>
          <a:custGeom>
            <a:avLst/>
            <a:gdLst>
              <a:gd name="T0" fmla="*/ 28 w 57"/>
              <a:gd name="T1" fmla="*/ 0 h 60"/>
              <a:gd name="T2" fmla="*/ 57 w 57"/>
              <a:gd name="T3" fmla="*/ 30 h 60"/>
              <a:gd name="T4" fmla="*/ 28 w 57"/>
              <a:gd name="T5" fmla="*/ 60 h 60"/>
              <a:gd name="T6" fmla="*/ 0 w 57"/>
              <a:gd name="T7" fmla="*/ 30 h 60"/>
              <a:gd name="T8" fmla="*/ 28 w 57"/>
              <a:gd name="T9" fmla="*/ 0 h 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7" h="60">
                <a:moveTo>
                  <a:pt x="28" y="0"/>
                </a:moveTo>
                <a:lnTo>
                  <a:pt x="57" y="30"/>
                </a:lnTo>
                <a:lnTo>
                  <a:pt x="28" y="60"/>
                </a:lnTo>
                <a:lnTo>
                  <a:pt x="0" y="30"/>
                </a:lnTo>
                <a:lnTo>
                  <a:pt x="28" y="0"/>
                </a:lnTo>
                <a:close/>
              </a:path>
            </a:pathLst>
          </a:custGeom>
          <a:solidFill>
            <a:srgbClr val="000080"/>
          </a:solidFill>
          <a:ln w="6350">
            <a:solidFill>
              <a:srgbClr val="00008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1590430" name="Rectangle 158">
            <a:extLst>
              <a:ext uri="{FF2B5EF4-FFF2-40B4-BE49-F238E27FC236}">
                <a16:creationId xmlns="" xmlns:a16="http://schemas.microsoft.com/office/drawing/2014/main" id="{C32463FC-9844-DA86-CB22-6C17805BBA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47838" y="3784601"/>
            <a:ext cx="43282" cy="923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ko-KR" altLang="en-US" sz="600">
                <a:latin typeface="Arial" panose="020B0604020202020204" pitchFamily="34" charset="0"/>
                <a:ea typeface="굴림" panose="020B0503020000020004" pitchFamily="34" charset="-127"/>
              </a:rPr>
              <a:t>0</a:t>
            </a:r>
            <a:endParaRPr lang="ko-KR" altLang="en-US">
              <a:ea typeface="굴림" panose="020B0503020000020004" pitchFamily="34" charset="-127"/>
            </a:endParaRPr>
          </a:p>
        </p:txBody>
      </p:sp>
      <p:sp>
        <p:nvSpPr>
          <p:cNvPr id="1590431" name="Rectangle 159">
            <a:extLst>
              <a:ext uri="{FF2B5EF4-FFF2-40B4-BE49-F238E27FC236}">
                <a16:creationId xmlns="" xmlns:a16="http://schemas.microsoft.com/office/drawing/2014/main" id="{EAF07BA3-BB29-E357-9059-1EC0A3A71E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47838" y="3624264"/>
            <a:ext cx="43282" cy="923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ko-KR" altLang="en-US" sz="600">
                <a:latin typeface="Arial" panose="020B0604020202020204" pitchFamily="34" charset="0"/>
                <a:ea typeface="굴림" panose="020B0503020000020004" pitchFamily="34" charset="-127"/>
              </a:rPr>
              <a:t>1</a:t>
            </a:r>
            <a:endParaRPr lang="ko-KR" altLang="en-US">
              <a:ea typeface="굴림" panose="020B0503020000020004" pitchFamily="34" charset="-127"/>
            </a:endParaRPr>
          </a:p>
        </p:txBody>
      </p:sp>
      <p:sp>
        <p:nvSpPr>
          <p:cNvPr id="1590432" name="Rectangle 160">
            <a:extLst>
              <a:ext uri="{FF2B5EF4-FFF2-40B4-BE49-F238E27FC236}">
                <a16:creationId xmlns="" xmlns:a16="http://schemas.microsoft.com/office/drawing/2014/main" id="{D2D389FE-AED5-3812-9373-4A9DDFDD1B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47838" y="3462339"/>
            <a:ext cx="43282" cy="923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ko-KR" altLang="en-US" sz="600">
                <a:latin typeface="Arial" panose="020B0604020202020204" pitchFamily="34" charset="0"/>
                <a:ea typeface="굴림" panose="020B0503020000020004" pitchFamily="34" charset="-127"/>
              </a:rPr>
              <a:t>2</a:t>
            </a:r>
            <a:endParaRPr lang="ko-KR" altLang="en-US">
              <a:ea typeface="굴림" panose="020B0503020000020004" pitchFamily="34" charset="-127"/>
            </a:endParaRPr>
          </a:p>
        </p:txBody>
      </p:sp>
      <p:sp>
        <p:nvSpPr>
          <p:cNvPr id="1590433" name="Rectangle 161">
            <a:extLst>
              <a:ext uri="{FF2B5EF4-FFF2-40B4-BE49-F238E27FC236}">
                <a16:creationId xmlns="" xmlns:a16="http://schemas.microsoft.com/office/drawing/2014/main" id="{1FED54CF-469B-2BDF-4DDC-EC34FD3B20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47838" y="3302001"/>
            <a:ext cx="43282" cy="923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ko-KR" altLang="en-US" sz="600">
                <a:latin typeface="Arial" panose="020B0604020202020204" pitchFamily="34" charset="0"/>
                <a:ea typeface="굴림" panose="020B0503020000020004" pitchFamily="34" charset="-127"/>
              </a:rPr>
              <a:t>3</a:t>
            </a:r>
            <a:endParaRPr lang="ko-KR" altLang="en-US">
              <a:ea typeface="굴림" panose="020B0503020000020004" pitchFamily="34" charset="-127"/>
            </a:endParaRPr>
          </a:p>
        </p:txBody>
      </p:sp>
      <p:sp>
        <p:nvSpPr>
          <p:cNvPr id="1590434" name="Rectangle 162">
            <a:extLst>
              <a:ext uri="{FF2B5EF4-FFF2-40B4-BE49-F238E27FC236}">
                <a16:creationId xmlns="" xmlns:a16="http://schemas.microsoft.com/office/drawing/2014/main" id="{4C2850B1-6228-0333-CA6A-B947EB2955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47838" y="3140076"/>
            <a:ext cx="43282" cy="923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ko-KR" altLang="en-US" sz="600">
                <a:latin typeface="Arial" panose="020B0604020202020204" pitchFamily="34" charset="0"/>
                <a:ea typeface="굴림" panose="020B0503020000020004" pitchFamily="34" charset="-127"/>
              </a:rPr>
              <a:t>4</a:t>
            </a:r>
            <a:endParaRPr lang="ko-KR" altLang="en-US">
              <a:ea typeface="굴림" panose="020B0503020000020004" pitchFamily="34" charset="-127"/>
            </a:endParaRPr>
          </a:p>
        </p:txBody>
      </p:sp>
      <p:sp>
        <p:nvSpPr>
          <p:cNvPr id="1590435" name="Rectangle 163">
            <a:extLst>
              <a:ext uri="{FF2B5EF4-FFF2-40B4-BE49-F238E27FC236}">
                <a16:creationId xmlns="" xmlns:a16="http://schemas.microsoft.com/office/drawing/2014/main" id="{FCF03661-887D-50AC-0CED-28CFEB52BF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47838" y="2978151"/>
            <a:ext cx="43282" cy="923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ko-KR" altLang="en-US" sz="600">
                <a:latin typeface="Arial" panose="020B0604020202020204" pitchFamily="34" charset="0"/>
                <a:ea typeface="굴림" panose="020B0503020000020004" pitchFamily="34" charset="-127"/>
              </a:rPr>
              <a:t>5</a:t>
            </a:r>
            <a:endParaRPr lang="ko-KR" altLang="en-US">
              <a:ea typeface="굴림" panose="020B0503020000020004" pitchFamily="34" charset="-127"/>
            </a:endParaRPr>
          </a:p>
        </p:txBody>
      </p:sp>
      <p:sp>
        <p:nvSpPr>
          <p:cNvPr id="1590436" name="Rectangle 164">
            <a:extLst>
              <a:ext uri="{FF2B5EF4-FFF2-40B4-BE49-F238E27FC236}">
                <a16:creationId xmlns="" xmlns:a16="http://schemas.microsoft.com/office/drawing/2014/main" id="{59F56AF2-0BE2-E857-60BE-91F606DD23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47838" y="2824164"/>
            <a:ext cx="43282" cy="923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ko-KR" altLang="en-US" sz="600">
                <a:latin typeface="Arial" panose="020B0604020202020204" pitchFamily="34" charset="0"/>
                <a:ea typeface="굴림" panose="020B0503020000020004" pitchFamily="34" charset="-127"/>
              </a:rPr>
              <a:t>6</a:t>
            </a:r>
            <a:endParaRPr lang="ko-KR" altLang="en-US">
              <a:ea typeface="굴림" panose="020B0503020000020004" pitchFamily="34" charset="-127"/>
            </a:endParaRPr>
          </a:p>
        </p:txBody>
      </p:sp>
      <p:sp>
        <p:nvSpPr>
          <p:cNvPr id="1590437" name="Rectangle 165">
            <a:extLst>
              <a:ext uri="{FF2B5EF4-FFF2-40B4-BE49-F238E27FC236}">
                <a16:creationId xmlns="" xmlns:a16="http://schemas.microsoft.com/office/drawing/2014/main" id="{8DD849FD-64D6-2DFA-E210-3FE0A99466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47838" y="2662239"/>
            <a:ext cx="43282" cy="923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ko-KR" altLang="en-US" sz="600">
                <a:latin typeface="Arial" panose="020B0604020202020204" pitchFamily="34" charset="0"/>
                <a:ea typeface="굴림" panose="020B0503020000020004" pitchFamily="34" charset="-127"/>
              </a:rPr>
              <a:t>7</a:t>
            </a:r>
            <a:endParaRPr lang="ko-KR" altLang="en-US">
              <a:ea typeface="굴림" panose="020B0503020000020004" pitchFamily="34" charset="-127"/>
            </a:endParaRPr>
          </a:p>
        </p:txBody>
      </p:sp>
      <p:sp>
        <p:nvSpPr>
          <p:cNvPr id="1590438" name="Rectangle 166">
            <a:extLst>
              <a:ext uri="{FF2B5EF4-FFF2-40B4-BE49-F238E27FC236}">
                <a16:creationId xmlns="" xmlns:a16="http://schemas.microsoft.com/office/drawing/2014/main" id="{468A8D67-AF86-8C0F-A93D-376F2A278E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47838" y="2501901"/>
            <a:ext cx="43282" cy="923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ko-KR" altLang="en-US" sz="600">
                <a:latin typeface="Arial" panose="020B0604020202020204" pitchFamily="34" charset="0"/>
                <a:ea typeface="굴림" panose="020B0503020000020004" pitchFamily="34" charset="-127"/>
              </a:rPr>
              <a:t>8</a:t>
            </a:r>
            <a:endParaRPr lang="ko-KR" altLang="en-US">
              <a:ea typeface="굴림" panose="020B0503020000020004" pitchFamily="34" charset="-127"/>
            </a:endParaRPr>
          </a:p>
        </p:txBody>
      </p:sp>
      <p:sp>
        <p:nvSpPr>
          <p:cNvPr id="1590439" name="Rectangle 167">
            <a:extLst>
              <a:ext uri="{FF2B5EF4-FFF2-40B4-BE49-F238E27FC236}">
                <a16:creationId xmlns="" xmlns:a16="http://schemas.microsoft.com/office/drawing/2014/main" id="{CF25180C-59BF-3D20-50FA-A6E110417D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47838" y="2339976"/>
            <a:ext cx="43282" cy="923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ko-KR" altLang="en-US" sz="600">
                <a:latin typeface="Arial" panose="020B0604020202020204" pitchFamily="34" charset="0"/>
                <a:ea typeface="굴림" panose="020B0503020000020004" pitchFamily="34" charset="-127"/>
              </a:rPr>
              <a:t>9</a:t>
            </a:r>
            <a:endParaRPr lang="ko-KR" altLang="en-US">
              <a:ea typeface="굴림" panose="020B0503020000020004" pitchFamily="34" charset="-127"/>
            </a:endParaRPr>
          </a:p>
        </p:txBody>
      </p:sp>
      <p:sp>
        <p:nvSpPr>
          <p:cNvPr id="1590440" name="Rectangle 168">
            <a:extLst>
              <a:ext uri="{FF2B5EF4-FFF2-40B4-BE49-F238E27FC236}">
                <a16:creationId xmlns="" xmlns:a16="http://schemas.microsoft.com/office/drawing/2014/main" id="{38F5AACE-070D-D768-814E-1452AA3BE9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09738" y="2178051"/>
            <a:ext cx="86562" cy="923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ko-KR" altLang="en-US" sz="600">
                <a:latin typeface="Arial" panose="020B0604020202020204" pitchFamily="34" charset="0"/>
                <a:ea typeface="굴림" panose="020B0503020000020004" pitchFamily="34" charset="-127"/>
              </a:rPr>
              <a:t>10</a:t>
            </a:r>
            <a:endParaRPr lang="ko-KR" altLang="en-US">
              <a:ea typeface="굴림" panose="020B0503020000020004" pitchFamily="34" charset="-127"/>
            </a:endParaRPr>
          </a:p>
        </p:txBody>
      </p:sp>
      <p:sp>
        <p:nvSpPr>
          <p:cNvPr id="1590441" name="Rectangle 169">
            <a:extLst>
              <a:ext uri="{FF2B5EF4-FFF2-40B4-BE49-F238E27FC236}">
                <a16:creationId xmlns="" xmlns:a16="http://schemas.microsoft.com/office/drawing/2014/main" id="{CB1A7702-22C8-633B-80FF-CD47DC372F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19275" y="3892551"/>
            <a:ext cx="43282" cy="923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ko-KR" altLang="en-US" sz="600">
                <a:latin typeface="Arial" panose="020B0604020202020204" pitchFamily="34" charset="0"/>
                <a:ea typeface="굴림" panose="020B0503020000020004" pitchFamily="34" charset="-127"/>
              </a:rPr>
              <a:t>0</a:t>
            </a:r>
            <a:endParaRPr lang="ko-KR" altLang="en-US">
              <a:ea typeface="굴림" panose="020B0503020000020004" pitchFamily="34" charset="-127"/>
            </a:endParaRPr>
          </a:p>
        </p:txBody>
      </p:sp>
      <p:sp>
        <p:nvSpPr>
          <p:cNvPr id="1590442" name="Rectangle 170">
            <a:extLst>
              <a:ext uri="{FF2B5EF4-FFF2-40B4-BE49-F238E27FC236}">
                <a16:creationId xmlns="" xmlns:a16="http://schemas.microsoft.com/office/drawing/2014/main" id="{8F222841-829D-A3A7-4816-09D16D7A4F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11363" y="3892551"/>
            <a:ext cx="43282" cy="923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ko-KR" altLang="en-US" sz="600">
                <a:latin typeface="Arial" panose="020B0604020202020204" pitchFamily="34" charset="0"/>
                <a:ea typeface="굴림" panose="020B0503020000020004" pitchFamily="34" charset="-127"/>
              </a:rPr>
              <a:t>1</a:t>
            </a:r>
            <a:endParaRPr lang="ko-KR" altLang="en-US">
              <a:ea typeface="굴림" panose="020B0503020000020004" pitchFamily="34" charset="-127"/>
            </a:endParaRPr>
          </a:p>
        </p:txBody>
      </p:sp>
      <p:sp>
        <p:nvSpPr>
          <p:cNvPr id="1590443" name="Rectangle 171">
            <a:extLst>
              <a:ext uri="{FF2B5EF4-FFF2-40B4-BE49-F238E27FC236}">
                <a16:creationId xmlns="" xmlns:a16="http://schemas.microsoft.com/office/drawing/2014/main" id="{C12D29DD-A9BB-1F2D-4A60-B245A062F4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97100" y="3892551"/>
            <a:ext cx="43282" cy="923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ko-KR" altLang="en-US" sz="600">
                <a:latin typeface="Arial" panose="020B0604020202020204" pitchFamily="34" charset="0"/>
                <a:ea typeface="굴림" panose="020B0503020000020004" pitchFamily="34" charset="-127"/>
              </a:rPr>
              <a:t>2</a:t>
            </a:r>
            <a:endParaRPr lang="ko-KR" altLang="en-US">
              <a:ea typeface="굴림" panose="020B0503020000020004" pitchFamily="34" charset="-127"/>
            </a:endParaRPr>
          </a:p>
        </p:txBody>
      </p:sp>
      <p:sp>
        <p:nvSpPr>
          <p:cNvPr id="1590444" name="Rectangle 172">
            <a:extLst>
              <a:ext uri="{FF2B5EF4-FFF2-40B4-BE49-F238E27FC236}">
                <a16:creationId xmlns="" xmlns:a16="http://schemas.microsoft.com/office/drawing/2014/main" id="{32A09FB8-2FE4-5680-7742-1A989E638D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90775" y="3892551"/>
            <a:ext cx="43282" cy="923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ko-KR" altLang="en-US" sz="600">
                <a:latin typeface="Arial" panose="020B0604020202020204" pitchFamily="34" charset="0"/>
                <a:ea typeface="굴림" panose="020B0503020000020004" pitchFamily="34" charset="-127"/>
              </a:rPr>
              <a:t>3</a:t>
            </a:r>
            <a:endParaRPr lang="ko-KR" altLang="en-US">
              <a:ea typeface="굴림" panose="020B0503020000020004" pitchFamily="34" charset="-127"/>
            </a:endParaRPr>
          </a:p>
        </p:txBody>
      </p:sp>
      <p:sp>
        <p:nvSpPr>
          <p:cNvPr id="1590445" name="Rectangle 173">
            <a:extLst>
              <a:ext uri="{FF2B5EF4-FFF2-40B4-BE49-F238E27FC236}">
                <a16:creationId xmlns="" xmlns:a16="http://schemas.microsoft.com/office/drawing/2014/main" id="{BE9038FA-56D1-DBF5-8065-9494E42EE1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82863" y="3892551"/>
            <a:ext cx="43282" cy="923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ko-KR" altLang="en-US" sz="600">
                <a:latin typeface="Arial" panose="020B0604020202020204" pitchFamily="34" charset="0"/>
                <a:ea typeface="굴림" panose="020B0503020000020004" pitchFamily="34" charset="-127"/>
              </a:rPr>
              <a:t>4</a:t>
            </a:r>
            <a:endParaRPr lang="ko-KR" altLang="en-US">
              <a:ea typeface="굴림" panose="020B0503020000020004" pitchFamily="34" charset="-127"/>
            </a:endParaRPr>
          </a:p>
        </p:txBody>
      </p:sp>
      <p:sp>
        <p:nvSpPr>
          <p:cNvPr id="1590446" name="Rectangle 174">
            <a:extLst>
              <a:ext uri="{FF2B5EF4-FFF2-40B4-BE49-F238E27FC236}">
                <a16:creationId xmlns="" xmlns:a16="http://schemas.microsoft.com/office/drawing/2014/main" id="{B6603C9A-14CC-A061-3A1E-A786C013A8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74950" y="3892551"/>
            <a:ext cx="43282" cy="923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ko-KR" altLang="en-US" sz="600">
                <a:latin typeface="Arial" panose="020B0604020202020204" pitchFamily="34" charset="0"/>
                <a:ea typeface="굴림" panose="020B0503020000020004" pitchFamily="34" charset="-127"/>
              </a:rPr>
              <a:t>5</a:t>
            </a:r>
            <a:endParaRPr lang="ko-KR" altLang="en-US">
              <a:ea typeface="굴림" panose="020B0503020000020004" pitchFamily="34" charset="-127"/>
            </a:endParaRPr>
          </a:p>
        </p:txBody>
      </p:sp>
      <p:sp>
        <p:nvSpPr>
          <p:cNvPr id="1590447" name="Rectangle 175">
            <a:extLst>
              <a:ext uri="{FF2B5EF4-FFF2-40B4-BE49-F238E27FC236}">
                <a16:creationId xmlns="" xmlns:a16="http://schemas.microsoft.com/office/drawing/2014/main" id="{C1BEB689-BB2F-F695-941C-B1B9E6DCFA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62275" y="3892551"/>
            <a:ext cx="43282" cy="923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ko-KR" altLang="en-US" sz="600">
                <a:latin typeface="Arial" panose="020B0604020202020204" pitchFamily="34" charset="0"/>
                <a:ea typeface="굴림" panose="020B0503020000020004" pitchFamily="34" charset="-127"/>
              </a:rPr>
              <a:t>6</a:t>
            </a:r>
            <a:endParaRPr lang="ko-KR" altLang="en-US">
              <a:ea typeface="굴림" panose="020B0503020000020004" pitchFamily="34" charset="-127"/>
            </a:endParaRPr>
          </a:p>
        </p:txBody>
      </p:sp>
      <p:sp>
        <p:nvSpPr>
          <p:cNvPr id="1590448" name="Rectangle 176">
            <a:extLst>
              <a:ext uri="{FF2B5EF4-FFF2-40B4-BE49-F238E27FC236}">
                <a16:creationId xmlns="" xmlns:a16="http://schemas.microsoft.com/office/drawing/2014/main" id="{2F951C14-E6A9-D956-D0FC-2872E77F60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54363" y="3892551"/>
            <a:ext cx="43282" cy="923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ko-KR" altLang="en-US" sz="600">
                <a:latin typeface="Arial" panose="020B0604020202020204" pitchFamily="34" charset="0"/>
                <a:ea typeface="굴림" panose="020B0503020000020004" pitchFamily="34" charset="-127"/>
              </a:rPr>
              <a:t>7</a:t>
            </a:r>
            <a:endParaRPr lang="ko-KR" altLang="en-US">
              <a:ea typeface="굴림" panose="020B0503020000020004" pitchFamily="34" charset="-127"/>
            </a:endParaRPr>
          </a:p>
        </p:txBody>
      </p:sp>
      <p:sp>
        <p:nvSpPr>
          <p:cNvPr id="1590449" name="Rectangle 177">
            <a:extLst>
              <a:ext uri="{FF2B5EF4-FFF2-40B4-BE49-F238E27FC236}">
                <a16:creationId xmlns="" xmlns:a16="http://schemas.microsoft.com/office/drawing/2014/main" id="{8BD979D2-879E-A1B3-6E73-63AF62CEAA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46450" y="3892551"/>
            <a:ext cx="43282" cy="923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ko-KR" altLang="en-US" sz="600">
                <a:latin typeface="Arial" panose="020B0604020202020204" pitchFamily="34" charset="0"/>
                <a:ea typeface="굴림" panose="020B0503020000020004" pitchFamily="34" charset="-127"/>
              </a:rPr>
              <a:t>8</a:t>
            </a:r>
            <a:endParaRPr lang="ko-KR" altLang="en-US">
              <a:ea typeface="굴림" panose="020B0503020000020004" pitchFamily="34" charset="-127"/>
            </a:endParaRPr>
          </a:p>
        </p:txBody>
      </p:sp>
      <p:sp>
        <p:nvSpPr>
          <p:cNvPr id="1590450" name="Rectangle 178">
            <a:extLst>
              <a:ext uri="{FF2B5EF4-FFF2-40B4-BE49-F238E27FC236}">
                <a16:creationId xmlns="" xmlns:a16="http://schemas.microsoft.com/office/drawing/2014/main" id="{FFC4228C-901B-C5A6-8DE5-AB00757D93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3775" y="3892551"/>
            <a:ext cx="43282" cy="923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ko-KR" altLang="en-US" sz="600">
                <a:latin typeface="Arial" panose="020B0604020202020204" pitchFamily="34" charset="0"/>
                <a:ea typeface="굴림" panose="020B0503020000020004" pitchFamily="34" charset="-127"/>
              </a:rPr>
              <a:t>9</a:t>
            </a:r>
            <a:endParaRPr lang="ko-KR" altLang="en-US">
              <a:ea typeface="굴림" panose="020B0503020000020004" pitchFamily="34" charset="-127"/>
            </a:endParaRPr>
          </a:p>
        </p:txBody>
      </p:sp>
      <p:sp>
        <p:nvSpPr>
          <p:cNvPr id="1590451" name="Rectangle 179">
            <a:extLst>
              <a:ext uri="{FF2B5EF4-FFF2-40B4-BE49-F238E27FC236}">
                <a16:creationId xmlns="" xmlns:a16="http://schemas.microsoft.com/office/drawing/2014/main" id="{D5670AF7-2CDD-0FCB-4210-EFDECF5A75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06813" y="3892551"/>
            <a:ext cx="86562" cy="923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ko-KR" altLang="en-US" sz="600">
                <a:latin typeface="Arial" panose="020B0604020202020204" pitchFamily="34" charset="0"/>
                <a:ea typeface="굴림" panose="020B0503020000020004" pitchFamily="34" charset="-127"/>
              </a:rPr>
              <a:t>10</a:t>
            </a:r>
            <a:endParaRPr lang="ko-KR" altLang="en-US">
              <a:ea typeface="굴림" panose="020B0503020000020004" pitchFamily="34" charset="-127"/>
            </a:endParaRPr>
          </a:p>
        </p:txBody>
      </p:sp>
      <p:sp>
        <p:nvSpPr>
          <p:cNvPr id="1590452" name="Rectangle 180">
            <a:extLst>
              <a:ext uri="{FF2B5EF4-FFF2-40B4-BE49-F238E27FC236}">
                <a16:creationId xmlns="" xmlns:a16="http://schemas.microsoft.com/office/drawing/2014/main" id="{12671621-AB85-8E0B-E9ED-A8591CA4B1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25600" y="2084389"/>
            <a:ext cx="2222500" cy="1990725"/>
          </a:xfrm>
          <a:prstGeom prst="rect">
            <a:avLst/>
          </a:prstGeom>
          <a:noFill/>
          <a:ln w="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590453" name="Text Box 181">
            <a:extLst>
              <a:ext uri="{FF2B5EF4-FFF2-40B4-BE49-F238E27FC236}">
                <a16:creationId xmlns="" xmlns:a16="http://schemas.microsoft.com/office/drawing/2014/main" id="{A9210939-BDD2-50A1-6838-E52C4AEF78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2600" y="4572001"/>
            <a:ext cx="1905000" cy="10618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ko-KR">
                <a:ea typeface="굴림" panose="020B0503020000020004" pitchFamily="34" charset="-127"/>
              </a:rPr>
              <a:t>K=2</a:t>
            </a:r>
          </a:p>
          <a:p>
            <a:pPr>
              <a:spcBef>
                <a:spcPct val="50000"/>
              </a:spcBef>
            </a:pPr>
            <a:r>
              <a:rPr lang="en-US" altLang="ko-KR">
                <a:ea typeface="굴림" panose="020B0503020000020004" pitchFamily="34" charset="-127"/>
              </a:rPr>
              <a:t>Arbitrarily choose K object as initial cluster center</a:t>
            </a:r>
          </a:p>
        </p:txBody>
      </p:sp>
      <p:sp>
        <p:nvSpPr>
          <p:cNvPr id="1590454" name="Line 182">
            <a:extLst>
              <a:ext uri="{FF2B5EF4-FFF2-40B4-BE49-F238E27FC236}">
                <a16:creationId xmlns="" xmlns:a16="http://schemas.microsoft.com/office/drawing/2014/main" id="{BB176C7F-BE7D-AD05-9D56-69992E0EB0E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590800" y="42672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IN"/>
          </a:p>
        </p:txBody>
      </p:sp>
      <p:sp>
        <p:nvSpPr>
          <p:cNvPr id="1590455" name="Line 183">
            <a:extLst>
              <a:ext uri="{FF2B5EF4-FFF2-40B4-BE49-F238E27FC236}">
                <a16:creationId xmlns="" xmlns:a16="http://schemas.microsoft.com/office/drawing/2014/main" id="{7B48B039-EA7A-A258-C4F2-B134CD044DFA}"/>
              </a:ext>
            </a:extLst>
          </p:cNvPr>
          <p:cNvSpPr>
            <a:spLocks noChangeShapeType="1"/>
          </p:cNvSpPr>
          <p:nvPr/>
        </p:nvSpPr>
        <p:spPr bwMode="auto">
          <a:xfrm>
            <a:off x="3962400" y="2895600"/>
            <a:ext cx="685800" cy="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IN"/>
          </a:p>
        </p:txBody>
      </p:sp>
      <p:sp>
        <p:nvSpPr>
          <p:cNvPr id="1590456" name="Text Box 184">
            <a:extLst>
              <a:ext uri="{FF2B5EF4-FFF2-40B4-BE49-F238E27FC236}">
                <a16:creationId xmlns="" xmlns:a16="http://schemas.microsoft.com/office/drawing/2014/main" id="{4B38E91B-C7D8-F61E-3087-FC56C2B1F9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6200" y="3124201"/>
            <a:ext cx="838200" cy="13849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ko-KR">
                <a:ea typeface="굴림" panose="020B0503020000020004" pitchFamily="34" charset="-127"/>
              </a:rPr>
              <a:t>Assign each objects to most similar center</a:t>
            </a:r>
          </a:p>
        </p:txBody>
      </p:sp>
      <p:sp>
        <p:nvSpPr>
          <p:cNvPr id="1590457" name="Text Box 185">
            <a:extLst>
              <a:ext uri="{FF2B5EF4-FFF2-40B4-BE49-F238E27FC236}">
                <a16:creationId xmlns="" xmlns:a16="http://schemas.microsoft.com/office/drawing/2014/main" id="{3DB75692-351A-4085-B36D-A93B88F625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62800" y="3048001"/>
            <a:ext cx="838200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ko-KR">
                <a:ea typeface="굴림" panose="020B0503020000020004" pitchFamily="34" charset="-127"/>
              </a:rPr>
              <a:t>Update the cluster means</a:t>
            </a:r>
          </a:p>
        </p:txBody>
      </p:sp>
      <p:sp>
        <p:nvSpPr>
          <p:cNvPr id="1590458" name="Freeform 186">
            <a:extLst>
              <a:ext uri="{FF2B5EF4-FFF2-40B4-BE49-F238E27FC236}">
                <a16:creationId xmlns="" xmlns:a16="http://schemas.microsoft.com/office/drawing/2014/main" id="{D0F8197A-384D-CA50-6774-E6428D699447}"/>
              </a:ext>
            </a:extLst>
          </p:cNvPr>
          <p:cNvSpPr>
            <a:spLocks/>
          </p:cNvSpPr>
          <p:nvPr/>
        </p:nvSpPr>
        <p:spPr bwMode="auto">
          <a:xfrm>
            <a:off x="2362200" y="3136900"/>
            <a:ext cx="88900" cy="95250"/>
          </a:xfrm>
          <a:custGeom>
            <a:avLst/>
            <a:gdLst>
              <a:gd name="T0" fmla="*/ 28 w 56"/>
              <a:gd name="T1" fmla="*/ 0 h 60"/>
              <a:gd name="T2" fmla="*/ 56 w 56"/>
              <a:gd name="T3" fmla="*/ 30 h 60"/>
              <a:gd name="T4" fmla="*/ 28 w 56"/>
              <a:gd name="T5" fmla="*/ 60 h 60"/>
              <a:gd name="T6" fmla="*/ 0 w 56"/>
              <a:gd name="T7" fmla="*/ 30 h 60"/>
              <a:gd name="T8" fmla="*/ 28 w 56"/>
              <a:gd name="T9" fmla="*/ 0 h 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6" h="60">
                <a:moveTo>
                  <a:pt x="28" y="0"/>
                </a:moveTo>
                <a:lnTo>
                  <a:pt x="56" y="30"/>
                </a:lnTo>
                <a:lnTo>
                  <a:pt x="28" y="60"/>
                </a:lnTo>
                <a:lnTo>
                  <a:pt x="0" y="30"/>
                </a:lnTo>
                <a:lnTo>
                  <a:pt x="28" y="0"/>
                </a:lnTo>
                <a:close/>
              </a:path>
            </a:pathLst>
          </a:custGeom>
          <a:solidFill>
            <a:srgbClr val="00FFFF"/>
          </a:solidFill>
          <a:ln w="6350">
            <a:solidFill>
              <a:srgbClr val="00008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1590459" name="Freeform 187">
            <a:extLst>
              <a:ext uri="{FF2B5EF4-FFF2-40B4-BE49-F238E27FC236}">
                <a16:creationId xmlns="" xmlns:a16="http://schemas.microsoft.com/office/drawing/2014/main" id="{E3DF0E1F-5021-CFE5-F007-BD2967576C54}"/>
              </a:ext>
            </a:extLst>
          </p:cNvPr>
          <p:cNvSpPr>
            <a:spLocks/>
          </p:cNvSpPr>
          <p:nvPr/>
        </p:nvSpPr>
        <p:spPr bwMode="auto">
          <a:xfrm>
            <a:off x="3124200" y="2971801"/>
            <a:ext cx="88900" cy="93663"/>
          </a:xfrm>
          <a:custGeom>
            <a:avLst/>
            <a:gdLst>
              <a:gd name="T0" fmla="*/ 28 w 56"/>
              <a:gd name="T1" fmla="*/ 0 h 59"/>
              <a:gd name="T2" fmla="*/ 56 w 56"/>
              <a:gd name="T3" fmla="*/ 29 h 59"/>
              <a:gd name="T4" fmla="*/ 28 w 56"/>
              <a:gd name="T5" fmla="*/ 59 h 59"/>
              <a:gd name="T6" fmla="*/ 0 w 56"/>
              <a:gd name="T7" fmla="*/ 29 h 59"/>
              <a:gd name="T8" fmla="*/ 28 w 56"/>
              <a:gd name="T9" fmla="*/ 0 h 5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6" h="59">
                <a:moveTo>
                  <a:pt x="28" y="0"/>
                </a:moveTo>
                <a:lnTo>
                  <a:pt x="56" y="29"/>
                </a:lnTo>
                <a:lnTo>
                  <a:pt x="28" y="59"/>
                </a:lnTo>
                <a:lnTo>
                  <a:pt x="0" y="29"/>
                </a:lnTo>
                <a:lnTo>
                  <a:pt x="28" y="0"/>
                </a:lnTo>
                <a:close/>
              </a:path>
            </a:pathLst>
          </a:custGeom>
          <a:solidFill>
            <a:srgbClr val="000080"/>
          </a:solidFill>
          <a:ln w="6350">
            <a:solidFill>
              <a:srgbClr val="000080"/>
            </a:solidFill>
            <a:prstDash val="solid"/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1590460" name="Oval 188">
            <a:extLst>
              <a:ext uri="{FF2B5EF4-FFF2-40B4-BE49-F238E27FC236}">
                <a16:creationId xmlns="" xmlns:a16="http://schemas.microsoft.com/office/drawing/2014/main" id="{08D41AB9-7407-7526-EFA2-2F05683AB9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81200" y="3265488"/>
            <a:ext cx="84138" cy="87312"/>
          </a:xfrm>
          <a:prstGeom prst="ellipse">
            <a:avLst/>
          </a:prstGeom>
          <a:solidFill>
            <a:srgbClr val="FF0000"/>
          </a:solidFill>
          <a:ln w="6350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1590461" name="Oval 189">
            <a:extLst>
              <a:ext uri="{FF2B5EF4-FFF2-40B4-BE49-F238E27FC236}">
                <a16:creationId xmlns="" xmlns:a16="http://schemas.microsoft.com/office/drawing/2014/main" id="{9A6A5014-651A-24AF-C9C6-32F0D0588D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97264" y="3113088"/>
            <a:ext cx="84137" cy="87312"/>
          </a:xfrm>
          <a:prstGeom prst="ellipse">
            <a:avLst/>
          </a:prstGeom>
          <a:solidFill>
            <a:srgbClr val="FF0000"/>
          </a:solidFill>
          <a:ln w="6350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1590462" name="Text Box 190">
            <a:extLst>
              <a:ext uri="{FF2B5EF4-FFF2-40B4-BE49-F238E27FC236}">
                <a16:creationId xmlns="" xmlns:a16="http://schemas.microsoft.com/office/drawing/2014/main" id="{5C008D4D-3D29-4B61-7301-F5434CF741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62800" y="5334001"/>
            <a:ext cx="838200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ko-KR">
                <a:ea typeface="굴림" panose="020B0503020000020004" pitchFamily="34" charset="-127"/>
              </a:rPr>
              <a:t>Update the cluster means</a:t>
            </a:r>
          </a:p>
        </p:txBody>
      </p:sp>
      <p:sp>
        <p:nvSpPr>
          <p:cNvPr id="1590463" name="Text Box 191">
            <a:extLst>
              <a:ext uri="{FF2B5EF4-FFF2-40B4-BE49-F238E27FC236}">
                <a16:creationId xmlns="" xmlns:a16="http://schemas.microsoft.com/office/drawing/2014/main" id="{F17FFD39-59F8-06D4-2F6C-514E8C287A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372600" y="4114800"/>
            <a:ext cx="9906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ko-KR">
                <a:ea typeface="굴림" panose="020B0503020000020004" pitchFamily="34" charset="-127"/>
              </a:rPr>
              <a:t>reassign</a:t>
            </a:r>
          </a:p>
        </p:txBody>
      </p:sp>
      <p:sp>
        <p:nvSpPr>
          <p:cNvPr id="1590464" name="Line 192">
            <a:extLst>
              <a:ext uri="{FF2B5EF4-FFF2-40B4-BE49-F238E27FC236}">
                <a16:creationId xmlns="" xmlns:a16="http://schemas.microsoft.com/office/drawing/2014/main" id="{06E6F95B-DDDF-BD2B-1B13-44A36453A41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791200" y="4114800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IN"/>
          </a:p>
        </p:txBody>
      </p:sp>
      <p:sp>
        <p:nvSpPr>
          <p:cNvPr id="1590465" name="Text Box 193">
            <a:extLst>
              <a:ext uri="{FF2B5EF4-FFF2-40B4-BE49-F238E27FC236}">
                <a16:creationId xmlns="" xmlns:a16="http://schemas.microsoft.com/office/drawing/2014/main" id="{469BF5F2-5526-ECD1-4BAE-97A4A69DD0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43600" y="4114800"/>
            <a:ext cx="9906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ko-KR">
                <a:ea typeface="굴림" panose="020B0503020000020004" pitchFamily="34" charset="-127"/>
              </a:rPr>
              <a:t>reassign</a:t>
            </a:r>
          </a:p>
        </p:txBody>
      </p:sp>
    </p:spTree>
  </p:cSld>
  <p:clrMapOvr>
    <a:masterClrMapping/>
  </p:clrMapOvr>
  <p:transition>
    <p:checker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322" name="Rectangle 2">
            <a:extLst>
              <a:ext uri="{FF2B5EF4-FFF2-40B4-BE49-F238E27FC236}">
                <a16:creationId xmlns="" xmlns:a16="http://schemas.microsoft.com/office/drawing/2014/main" id="{2B1EAFBD-0826-9272-37F9-E3CCCDA5A70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94441" y="483697"/>
            <a:ext cx="7439025" cy="442912"/>
          </a:xfrm>
        </p:spPr>
        <p:txBody>
          <a:bodyPr>
            <a:noAutofit/>
          </a:bodyPr>
          <a:lstStyle/>
          <a:p>
            <a:pPr algn="ctr"/>
            <a:r>
              <a:rPr lang="en-US" altLang="en-US" sz="3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Comments on the </a:t>
            </a:r>
            <a:r>
              <a:rPr lang="en-US" altLang="en-US" sz="36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K-Means</a:t>
            </a:r>
            <a:r>
              <a:rPr lang="en-US" altLang="en-US" sz="3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Method</a:t>
            </a:r>
            <a:endParaRPr lang="en-US" altLang="en-US" sz="36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64323" name="Rectangle 3">
            <a:extLst>
              <a:ext uri="{FF2B5EF4-FFF2-40B4-BE49-F238E27FC236}">
                <a16:creationId xmlns="" xmlns:a16="http://schemas.microsoft.com/office/drawing/2014/main" id="{ADBC05BF-C147-C0C5-D038-02F77D628B6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14779" y="1600200"/>
            <a:ext cx="11538409" cy="4953000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en-US" altLang="en-US" sz="2000" u="sng" dirty="0"/>
              <a:t>Strength:</a:t>
            </a:r>
            <a:r>
              <a:rPr lang="en-US" altLang="en-US" sz="2000" dirty="0"/>
              <a:t> </a:t>
            </a:r>
            <a:r>
              <a:rPr lang="en-US" altLang="en-US" sz="2000" i="1" dirty="0"/>
              <a:t>Relatively efficient</a:t>
            </a:r>
            <a:r>
              <a:rPr lang="en-US" altLang="en-US" sz="2000" dirty="0"/>
              <a:t>: </a:t>
            </a:r>
            <a:r>
              <a:rPr lang="en-US" altLang="en-US" sz="2000" i="1" dirty="0"/>
              <a:t>O</a:t>
            </a:r>
            <a:r>
              <a:rPr lang="en-US" altLang="en-US" sz="2000" dirty="0"/>
              <a:t>(</a:t>
            </a:r>
            <a:r>
              <a:rPr lang="en-US" altLang="en-US" sz="2000" i="1" dirty="0" err="1"/>
              <a:t>tkn</a:t>
            </a:r>
            <a:r>
              <a:rPr lang="en-US" altLang="en-US" sz="2000" dirty="0"/>
              <a:t>), where </a:t>
            </a:r>
            <a:r>
              <a:rPr lang="en-US" altLang="en-US" sz="2000" i="1" dirty="0"/>
              <a:t>n</a:t>
            </a:r>
            <a:r>
              <a:rPr lang="en-US" altLang="en-US" sz="2000" dirty="0"/>
              <a:t> is # objects, </a:t>
            </a:r>
            <a:r>
              <a:rPr lang="en-US" altLang="en-US" sz="2000" i="1" dirty="0"/>
              <a:t>k</a:t>
            </a:r>
            <a:r>
              <a:rPr lang="en-US" altLang="en-US" sz="2000" dirty="0"/>
              <a:t> is # clusters, and </a:t>
            </a:r>
            <a:r>
              <a:rPr lang="en-US" altLang="en-US" sz="2000" i="1" dirty="0"/>
              <a:t>t  </a:t>
            </a:r>
            <a:r>
              <a:rPr lang="en-US" altLang="en-US" sz="2000" dirty="0"/>
              <a:t>is # iterations. Normally, </a:t>
            </a:r>
            <a:r>
              <a:rPr lang="en-US" altLang="en-US" sz="2000" i="1" dirty="0"/>
              <a:t>k</a:t>
            </a:r>
            <a:r>
              <a:rPr lang="en-US" altLang="en-US" sz="2000" dirty="0"/>
              <a:t>, </a:t>
            </a:r>
            <a:r>
              <a:rPr lang="en-US" altLang="en-US" sz="2000" i="1" dirty="0"/>
              <a:t>t</a:t>
            </a:r>
            <a:r>
              <a:rPr lang="en-US" altLang="en-US" sz="2000" dirty="0"/>
              <a:t> &lt;&lt; </a:t>
            </a:r>
            <a:r>
              <a:rPr lang="en-US" altLang="en-US" sz="2000" i="1" dirty="0"/>
              <a:t>n</a:t>
            </a:r>
            <a:r>
              <a:rPr lang="en-US" altLang="en-US" sz="2000" dirty="0"/>
              <a:t>.</a:t>
            </a:r>
          </a:p>
          <a:p>
            <a:pPr lvl="2">
              <a:lnSpc>
                <a:spcPct val="120000"/>
              </a:lnSpc>
            </a:pPr>
            <a:r>
              <a:rPr lang="en-US" altLang="ko-KR" dirty="0">
                <a:ea typeface="굴림" panose="020B0503020000020004" pitchFamily="34" charset="-127"/>
              </a:rPr>
              <a:t>Comparing: PAM: O(k(n-k)</a:t>
            </a:r>
            <a:r>
              <a:rPr lang="en-US" altLang="ko-KR" baseline="30000" dirty="0">
                <a:ea typeface="굴림" panose="020B0503020000020004" pitchFamily="34" charset="-127"/>
              </a:rPr>
              <a:t>2</a:t>
            </a:r>
            <a:r>
              <a:rPr lang="en-US" altLang="ko-KR" dirty="0">
                <a:ea typeface="굴림" panose="020B0503020000020004" pitchFamily="34" charset="-127"/>
              </a:rPr>
              <a:t> ), CLARA: O(ks</a:t>
            </a:r>
            <a:r>
              <a:rPr lang="en-US" altLang="ko-KR" baseline="30000" dirty="0">
                <a:ea typeface="굴림" panose="020B0503020000020004" pitchFamily="34" charset="-127"/>
              </a:rPr>
              <a:t>2</a:t>
            </a:r>
            <a:r>
              <a:rPr lang="en-US" altLang="ko-KR" dirty="0">
                <a:ea typeface="굴림" panose="020B0503020000020004" pitchFamily="34" charset="-127"/>
              </a:rPr>
              <a:t> + k(n-k))</a:t>
            </a:r>
            <a:endParaRPr lang="en-US" altLang="en-US" sz="1800" dirty="0"/>
          </a:p>
          <a:p>
            <a:pPr>
              <a:lnSpc>
                <a:spcPct val="120000"/>
              </a:lnSpc>
            </a:pPr>
            <a:r>
              <a:rPr lang="en-US" altLang="en-US" sz="2000" u="sng" dirty="0"/>
              <a:t>Comment:</a:t>
            </a:r>
            <a:r>
              <a:rPr lang="en-US" altLang="en-US" sz="2000" dirty="0"/>
              <a:t> Often terminates at a </a:t>
            </a:r>
            <a:r>
              <a:rPr lang="en-US" altLang="en-US" sz="2000" i="1" dirty="0"/>
              <a:t>local optimum</a:t>
            </a:r>
            <a:r>
              <a:rPr lang="en-US" altLang="en-US" sz="2000" dirty="0"/>
              <a:t>. The </a:t>
            </a:r>
            <a:r>
              <a:rPr lang="en-US" altLang="en-US" sz="2000" i="1" dirty="0"/>
              <a:t>global optimum</a:t>
            </a:r>
            <a:r>
              <a:rPr lang="en-US" altLang="en-US" sz="2000" dirty="0"/>
              <a:t> may be found using techniques such as: </a:t>
            </a:r>
            <a:r>
              <a:rPr lang="en-US" altLang="en-US" sz="2000" i="1" dirty="0"/>
              <a:t>deterministic annealing</a:t>
            </a:r>
            <a:r>
              <a:rPr lang="en-US" altLang="en-US" sz="2000" dirty="0"/>
              <a:t> and </a:t>
            </a:r>
            <a:r>
              <a:rPr lang="en-US" altLang="en-US" sz="2000" i="1" dirty="0"/>
              <a:t>genetic algorithms</a:t>
            </a:r>
            <a:endParaRPr lang="en-US" altLang="en-US" sz="2000" dirty="0"/>
          </a:p>
          <a:p>
            <a:pPr>
              <a:lnSpc>
                <a:spcPct val="120000"/>
              </a:lnSpc>
            </a:pPr>
            <a:r>
              <a:rPr lang="en-US" altLang="en-US" sz="2000" u="sng" dirty="0"/>
              <a:t>Weakness</a:t>
            </a:r>
            <a:endParaRPr lang="en-US" altLang="en-US" sz="2000" dirty="0"/>
          </a:p>
          <a:p>
            <a:pPr lvl="1">
              <a:lnSpc>
                <a:spcPct val="120000"/>
              </a:lnSpc>
            </a:pPr>
            <a:r>
              <a:rPr lang="en-US" altLang="en-US" sz="2000" dirty="0"/>
              <a:t>Applicable only when </a:t>
            </a:r>
            <a:r>
              <a:rPr lang="en-US" altLang="en-US" sz="2000" i="1" dirty="0"/>
              <a:t>mean</a:t>
            </a:r>
            <a:r>
              <a:rPr lang="en-US" altLang="en-US" sz="2000" dirty="0"/>
              <a:t> is defined, then what about categorical data?</a:t>
            </a:r>
          </a:p>
          <a:p>
            <a:pPr lvl="1">
              <a:lnSpc>
                <a:spcPct val="120000"/>
              </a:lnSpc>
            </a:pPr>
            <a:r>
              <a:rPr lang="en-US" altLang="en-US" sz="2000" dirty="0"/>
              <a:t>Need to specify </a:t>
            </a:r>
            <a:r>
              <a:rPr lang="en-US" altLang="en-US" sz="2000" i="1" dirty="0"/>
              <a:t>k, </a:t>
            </a:r>
            <a:r>
              <a:rPr lang="en-US" altLang="en-US" sz="2000" dirty="0"/>
              <a:t>the </a:t>
            </a:r>
            <a:r>
              <a:rPr lang="en-US" altLang="en-US" sz="2000" i="1" dirty="0"/>
              <a:t>number</a:t>
            </a:r>
            <a:r>
              <a:rPr lang="en-US" altLang="en-US" sz="2000" dirty="0"/>
              <a:t> of clusters, in advance</a:t>
            </a:r>
          </a:p>
          <a:p>
            <a:pPr lvl="1">
              <a:lnSpc>
                <a:spcPct val="120000"/>
              </a:lnSpc>
            </a:pPr>
            <a:r>
              <a:rPr lang="en-US" altLang="en-US" sz="2000" dirty="0"/>
              <a:t>Unable to handle noisy data and </a:t>
            </a:r>
            <a:r>
              <a:rPr lang="en-US" altLang="en-US" sz="2000" i="1" dirty="0"/>
              <a:t>outliers</a:t>
            </a:r>
            <a:endParaRPr lang="en-US" altLang="en-US" sz="2000" dirty="0"/>
          </a:p>
          <a:p>
            <a:pPr lvl="1">
              <a:lnSpc>
                <a:spcPct val="120000"/>
              </a:lnSpc>
            </a:pPr>
            <a:r>
              <a:rPr lang="en-US" altLang="en-US" sz="2000" dirty="0"/>
              <a:t>Not suitable to discover clusters with </a:t>
            </a:r>
            <a:r>
              <a:rPr lang="en-US" altLang="en-US" sz="2000" i="1" dirty="0"/>
              <a:t>non-convex shapes</a:t>
            </a:r>
          </a:p>
        </p:txBody>
      </p:sp>
    </p:spTree>
  </p:cSld>
  <p:clrMapOvr>
    <a:masterClrMapping/>
  </p:clrMapOvr>
  <p:transition>
    <p:checker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5346" name="Rectangle 2">
            <a:extLst>
              <a:ext uri="{FF2B5EF4-FFF2-40B4-BE49-F238E27FC236}">
                <a16:creationId xmlns="" xmlns:a16="http://schemas.microsoft.com/office/drawing/2014/main" id="{80B38F8F-7246-92D4-8B5C-6DDDD8BF197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107563" y="533400"/>
            <a:ext cx="7510462" cy="498475"/>
          </a:xfrm>
        </p:spPr>
        <p:txBody>
          <a:bodyPr>
            <a:noAutofit/>
          </a:bodyPr>
          <a:lstStyle/>
          <a:p>
            <a:pPr algn="ctr"/>
            <a:r>
              <a:rPr lang="en-US" altLang="en-US" sz="3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Variations of the </a:t>
            </a:r>
            <a:r>
              <a:rPr lang="en-US" altLang="en-US" sz="36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K-Means</a:t>
            </a:r>
            <a:r>
              <a:rPr lang="en-US" altLang="en-US" sz="3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Method</a:t>
            </a:r>
            <a:endParaRPr lang="en-US" altLang="en-US" sz="36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65347" name="Rectangle 3">
            <a:extLst>
              <a:ext uri="{FF2B5EF4-FFF2-40B4-BE49-F238E27FC236}">
                <a16:creationId xmlns="" xmlns:a16="http://schemas.microsoft.com/office/drawing/2014/main" id="{CF8A30C3-F7E0-C169-49A1-5FE5F9002F4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61913" y="1328393"/>
            <a:ext cx="11199044" cy="4572000"/>
          </a:xfrm>
        </p:spPr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en-US" altLang="en-US" sz="2000" dirty="0"/>
              <a:t>A few variants of the </a:t>
            </a:r>
            <a:r>
              <a:rPr lang="en-US" altLang="en-US" sz="2000" i="1" dirty="0"/>
              <a:t>k-means</a:t>
            </a:r>
            <a:r>
              <a:rPr lang="en-US" altLang="en-US" sz="2000" dirty="0"/>
              <a:t> which differ in</a:t>
            </a:r>
          </a:p>
          <a:p>
            <a:pPr lvl="1">
              <a:lnSpc>
                <a:spcPct val="150000"/>
              </a:lnSpc>
            </a:pPr>
            <a:r>
              <a:rPr lang="en-US" altLang="en-US" sz="2000" dirty="0"/>
              <a:t>Selection of the initial </a:t>
            </a:r>
            <a:r>
              <a:rPr lang="en-US" altLang="en-US" sz="2000" i="1" dirty="0"/>
              <a:t>k</a:t>
            </a:r>
            <a:r>
              <a:rPr lang="en-US" altLang="en-US" sz="2000" dirty="0"/>
              <a:t> means</a:t>
            </a:r>
          </a:p>
          <a:p>
            <a:pPr lvl="1">
              <a:lnSpc>
                <a:spcPct val="150000"/>
              </a:lnSpc>
            </a:pPr>
            <a:r>
              <a:rPr lang="en-US" altLang="en-US" sz="2000" dirty="0"/>
              <a:t>Dissimilarity calculations</a:t>
            </a:r>
          </a:p>
          <a:p>
            <a:pPr lvl="1">
              <a:lnSpc>
                <a:spcPct val="150000"/>
              </a:lnSpc>
            </a:pPr>
            <a:r>
              <a:rPr lang="en-US" altLang="en-US" sz="2000" dirty="0"/>
              <a:t>Strategies to calculate cluster means</a:t>
            </a:r>
          </a:p>
          <a:p>
            <a:pPr>
              <a:lnSpc>
                <a:spcPct val="150000"/>
              </a:lnSpc>
            </a:pPr>
            <a:r>
              <a:rPr lang="en-US" altLang="en-US" sz="2000" dirty="0"/>
              <a:t>Handling categorical data: </a:t>
            </a:r>
            <a:r>
              <a:rPr lang="en-US" altLang="en-US" sz="2000" i="1" dirty="0"/>
              <a:t>k-modes</a:t>
            </a:r>
            <a:r>
              <a:rPr lang="en-US" altLang="en-US" sz="2000" dirty="0"/>
              <a:t> (Huang’98)</a:t>
            </a:r>
          </a:p>
          <a:p>
            <a:pPr lvl="1">
              <a:lnSpc>
                <a:spcPct val="150000"/>
              </a:lnSpc>
            </a:pPr>
            <a:r>
              <a:rPr lang="en-US" altLang="en-US" sz="2000" dirty="0"/>
              <a:t>Replacing means of clusters with </a:t>
            </a:r>
            <a:r>
              <a:rPr lang="en-US" altLang="en-US" sz="2000" u="sng" dirty="0"/>
              <a:t>modes</a:t>
            </a:r>
            <a:endParaRPr lang="en-US" altLang="en-US" sz="2000" dirty="0"/>
          </a:p>
          <a:p>
            <a:pPr lvl="1">
              <a:lnSpc>
                <a:spcPct val="150000"/>
              </a:lnSpc>
            </a:pPr>
            <a:r>
              <a:rPr lang="en-US" altLang="en-US" sz="2000" dirty="0"/>
              <a:t>Using new dissimilarity measures to deal with categorical objects</a:t>
            </a:r>
          </a:p>
          <a:p>
            <a:pPr lvl="1">
              <a:lnSpc>
                <a:spcPct val="150000"/>
              </a:lnSpc>
            </a:pPr>
            <a:r>
              <a:rPr lang="en-US" altLang="en-US" sz="2000" dirty="0"/>
              <a:t>Using a </a:t>
            </a:r>
            <a:r>
              <a:rPr lang="en-US" altLang="en-US" sz="2000" u="sng" dirty="0"/>
              <a:t>frequency</a:t>
            </a:r>
            <a:r>
              <a:rPr lang="en-US" altLang="en-US" sz="2000" dirty="0"/>
              <a:t>-based method to update modes of clusters</a:t>
            </a:r>
          </a:p>
          <a:p>
            <a:pPr lvl="1">
              <a:lnSpc>
                <a:spcPct val="150000"/>
              </a:lnSpc>
            </a:pPr>
            <a:r>
              <a:rPr lang="en-US" altLang="en-US" sz="2000" dirty="0"/>
              <a:t>A mixture of categorical and numerical data: </a:t>
            </a:r>
            <a:r>
              <a:rPr lang="en-US" altLang="en-US" sz="2000" i="1" dirty="0"/>
              <a:t>k-prototype</a:t>
            </a:r>
            <a:r>
              <a:rPr lang="en-US" altLang="en-US" sz="2000" dirty="0"/>
              <a:t> method</a:t>
            </a:r>
          </a:p>
        </p:txBody>
      </p:sp>
    </p:spTree>
  </p:cSld>
  <p:clrMapOvr>
    <a:masterClrMapping/>
  </p:clrMapOvr>
  <p:transition>
    <p:checker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0450" name="Rectangle 2">
            <a:extLst>
              <a:ext uri="{FF2B5EF4-FFF2-40B4-BE49-F238E27FC236}">
                <a16:creationId xmlns="" xmlns:a16="http://schemas.microsoft.com/office/drawing/2014/main" id="{AE875F51-6560-7168-99C7-45448180653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610641" y="527902"/>
            <a:ext cx="8970717" cy="767408"/>
          </a:xfrm>
        </p:spPr>
        <p:txBody>
          <a:bodyPr>
            <a:noAutofit/>
          </a:bodyPr>
          <a:lstStyle/>
          <a:p>
            <a:r>
              <a:rPr lang="en-US" altLang="ko-KR" sz="3600" dirty="0">
                <a:solidFill>
                  <a:srgbClr val="FF0000"/>
                </a:solidFill>
                <a:latin typeface="Times New Roman" panose="02020603050405020304" pitchFamily="18" charset="0"/>
                <a:ea typeface="굴림" panose="020B0503020000020004" pitchFamily="34" charset="-127"/>
                <a:cs typeface="Times New Roman" panose="02020603050405020304" pitchFamily="18" charset="0"/>
              </a:rPr>
              <a:t>What is the problem of k-Means Method?</a:t>
            </a:r>
            <a:endParaRPr lang="en-US" altLang="en-US" sz="3600" dirty="0">
              <a:solidFill>
                <a:srgbClr val="FF0000"/>
              </a:solidFill>
              <a:latin typeface="Times New Roman" panose="02020603050405020304" pitchFamily="18" charset="0"/>
              <a:ea typeface="굴림" panose="020B0503020000020004" pitchFamily="34" charset="-127"/>
              <a:cs typeface="Times New Roman" panose="02020603050405020304" pitchFamily="18" charset="0"/>
            </a:endParaRPr>
          </a:p>
        </p:txBody>
      </p:sp>
      <p:sp>
        <p:nvSpPr>
          <p:cNvPr id="1640451" name="Rectangle 3">
            <a:extLst>
              <a:ext uri="{FF2B5EF4-FFF2-40B4-BE49-F238E27FC236}">
                <a16:creationId xmlns="" xmlns:a16="http://schemas.microsoft.com/office/drawing/2014/main" id="{E78E6178-FDFD-3E6D-B8AC-FEFF200EFB8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55342" y="1488631"/>
            <a:ext cx="8534400" cy="457200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altLang="ko-KR" sz="2400" dirty="0">
                <a:ea typeface="굴림" panose="020B0503020000020004" pitchFamily="34" charset="-127"/>
              </a:rPr>
              <a:t>The k-means algorithm is sensitive to outliers !</a:t>
            </a:r>
          </a:p>
          <a:p>
            <a:pPr lvl="1">
              <a:lnSpc>
                <a:spcPct val="150000"/>
              </a:lnSpc>
            </a:pPr>
            <a:r>
              <a:rPr lang="en-US" altLang="ko-KR" sz="2000" dirty="0">
                <a:ea typeface="굴림" panose="020B0503020000020004" pitchFamily="34" charset="-127"/>
              </a:rPr>
              <a:t>Since an object with an extremely large value may substantially distort the distribution of the data.</a:t>
            </a:r>
          </a:p>
          <a:p>
            <a:pPr>
              <a:lnSpc>
                <a:spcPct val="150000"/>
              </a:lnSpc>
            </a:pPr>
            <a:r>
              <a:rPr lang="en-US" altLang="ko-KR" sz="2000" dirty="0">
                <a:ea typeface="굴림" panose="020B0503020000020004" pitchFamily="34" charset="-127"/>
              </a:rPr>
              <a:t>K-Medoids:  Instead of taking the </a:t>
            </a:r>
            <a:r>
              <a:rPr lang="en-US" altLang="ko-KR" sz="2000" b="1" dirty="0">
                <a:ea typeface="굴림" panose="020B0503020000020004" pitchFamily="34" charset="-127"/>
              </a:rPr>
              <a:t>mean</a:t>
            </a:r>
            <a:r>
              <a:rPr lang="en-US" altLang="ko-KR" sz="2000" dirty="0">
                <a:ea typeface="굴림" panose="020B0503020000020004" pitchFamily="34" charset="-127"/>
              </a:rPr>
              <a:t> value of the object in a cluster as a reference point, </a:t>
            </a:r>
            <a:r>
              <a:rPr lang="en-US" altLang="ko-KR" sz="2000" b="1" dirty="0">
                <a:ea typeface="굴림" panose="020B0503020000020004" pitchFamily="34" charset="-127"/>
              </a:rPr>
              <a:t>medoids</a:t>
            </a:r>
            <a:r>
              <a:rPr lang="en-US" altLang="ko-KR" sz="2000" dirty="0">
                <a:ea typeface="굴림" panose="020B0503020000020004" pitchFamily="34" charset="-127"/>
              </a:rPr>
              <a:t> can be used, which is the </a:t>
            </a:r>
            <a:r>
              <a:rPr lang="en-US" altLang="ko-KR" sz="2000" b="1" dirty="0">
                <a:ea typeface="굴림" panose="020B0503020000020004" pitchFamily="34" charset="-127"/>
              </a:rPr>
              <a:t>most centrally located</a:t>
            </a:r>
            <a:r>
              <a:rPr lang="en-US" altLang="ko-KR" sz="2000" dirty="0">
                <a:ea typeface="굴림" panose="020B0503020000020004" pitchFamily="34" charset="-127"/>
              </a:rPr>
              <a:t> object in a cluster. </a:t>
            </a:r>
          </a:p>
        </p:txBody>
      </p:sp>
      <p:grpSp>
        <p:nvGrpSpPr>
          <p:cNvPr id="1640452" name="Group 4">
            <a:extLst>
              <a:ext uri="{FF2B5EF4-FFF2-40B4-BE49-F238E27FC236}">
                <a16:creationId xmlns="" xmlns:a16="http://schemas.microsoft.com/office/drawing/2014/main" id="{C58C492F-78F4-C4FC-5AB8-3252922F135E}"/>
              </a:ext>
            </a:extLst>
          </p:cNvPr>
          <p:cNvGrpSpPr>
            <a:grpSpLocks/>
          </p:cNvGrpSpPr>
          <p:nvPr/>
        </p:nvGrpSpPr>
        <p:grpSpPr bwMode="auto">
          <a:xfrm>
            <a:off x="3581400" y="4724400"/>
            <a:ext cx="5257800" cy="1765300"/>
            <a:chOff x="1344" y="3072"/>
            <a:chExt cx="3312" cy="1112"/>
          </a:xfrm>
        </p:grpSpPr>
        <p:grpSp>
          <p:nvGrpSpPr>
            <p:cNvPr id="1640453" name="Group 5">
              <a:extLst>
                <a:ext uri="{FF2B5EF4-FFF2-40B4-BE49-F238E27FC236}">
                  <a16:creationId xmlns="" xmlns:a16="http://schemas.microsoft.com/office/drawing/2014/main" id="{01B1EC55-A47D-74DE-05D5-C1532810C97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344" y="3072"/>
              <a:ext cx="1248" cy="1112"/>
              <a:chOff x="1728" y="864"/>
              <a:chExt cx="1396" cy="1208"/>
            </a:xfrm>
          </p:grpSpPr>
          <p:sp>
            <p:nvSpPr>
              <p:cNvPr id="1640454" name="Rectangle 6">
                <a:extLst>
                  <a:ext uri="{FF2B5EF4-FFF2-40B4-BE49-F238E27FC236}">
                    <a16:creationId xmlns="" xmlns:a16="http://schemas.microsoft.com/office/drawing/2014/main" id="{6AEE61F1-DF64-BFE9-D8B4-7E4946B7939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28" y="864"/>
                <a:ext cx="1396" cy="1208"/>
              </a:xfrm>
              <a:prstGeom prst="rect">
                <a:avLst/>
              </a:prstGeom>
              <a:solidFill>
                <a:srgbClr val="FFFFFF"/>
              </a:solidFill>
              <a:ln w="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640455" name="Rectangle 7">
                <a:extLst>
                  <a:ext uri="{FF2B5EF4-FFF2-40B4-BE49-F238E27FC236}">
                    <a16:creationId xmlns="" xmlns:a16="http://schemas.microsoft.com/office/drawing/2014/main" id="{03F2AD0E-6AC4-E965-29CE-CE20D321FBE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61" y="950"/>
                <a:ext cx="1198" cy="975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640456" name="Line 8">
                <a:extLst>
                  <a:ext uri="{FF2B5EF4-FFF2-40B4-BE49-F238E27FC236}">
                    <a16:creationId xmlns="" xmlns:a16="http://schemas.microsoft.com/office/drawing/2014/main" id="{AA4D7255-9DC1-475A-C1C3-B7B6017B3D0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61" y="1828"/>
                <a:ext cx="1198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640457" name="Line 9">
                <a:extLst>
                  <a:ext uri="{FF2B5EF4-FFF2-40B4-BE49-F238E27FC236}">
                    <a16:creationId xmlns="" xmlns:a16="http://schemas.microsoft.com/office/drawing/2014/main" id="{8CB0BED0-89AA-97A7-69B2-94ABC2C3F49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61" y="1730"/>
                <a:ext cx="1198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640458" name="Line 10">
                <a:extLst>
                  <a:ext uri="{FF2B5EF4-FFF2-40B4-BE49-F238E27FC236}">
                    <a16:creationId xmlns="" xmlns:a16="http://schemas.microsoft.com/office/drawing/2014/main" id="{530EA6FA-3B11-3CC6-ECF8-19744AB831D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61" y="1633"/>
                <a:ext cx="1198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640459" name="Line 11">
                <a:extLst>
                  <a:ext uri="{FF2B5EF4-FFF2-40B4-BE49-F238E27FC236}">
                    <a16:creationId xmlns="" xmlns:a16="http://schemas.microsoft.com/office/drawing/2014/main" id="{7D1DE3FE-406E-4323-2FF7-6FB0CF6839B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61" y="1535"/>
                <a:ext cx="1198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640460" name="Line 12">
                <a:extLst>
                  <a:ext uri="{FF2B5EF4-FFF2-40B4-BE49-F238E27FC236}">
                    <a16:creationId xmlns="" xmlns:a16="http://schemas.microsoft.com/office/drawing/2014/main" id="{6660A808-4D84-726D-AEF0-49EEB27DD45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61" y="1437"/>
                <a:ext cx="1198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640461" name="Line 13">
                <a:extLst>
                  <a:ext uri="{FF2B5EF4-FFF2-40B4-BE49-F238E27FC236}">
                    <a16:creationId xmlns="" xmlns:a16="http://schemas.microsoft.com/office/drawing/2014/main" id="{BAA1AA73-A893-2D52-655D-6F600BF4773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61" y="1340"/>
                <a:ext cx="1198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640462" name="Line 14">
                <a:extLst>
                  <a:ext uri="{FF2B5EF4-FFF2-40B4-BE49-F238E27FC236}">
                    <a16:creationId xmlns="" xmlns:a16="http://schemas.microsoft.com/office/drawing/2014/main" id="{A88C173B-6278-CA90-5E8D-229AEEE7A41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61" y="1242"/>
                <a:ext cx="1198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640463" name="Line 15">
                <a:extLst>
                  <a:ext uri="{FF2B5EF4-FFF2-40B4-BE49-F238E27FC236}">
                    <a16:creationId xmlns="" xmlns:a16="http://schemas.microsoft.com/office/drawing/2014/main" id="{EB866EE3-C724-92D6-BF79-247042C6248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61" y="1145"/>
                <a:ext cx="1198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640464" name="Line 16">
                <a:extLst>
                  <a:ext uri="{FF2B5EF4-FFF2-40B4-BE49-F238E27FC236}">
                    <a16:creationId xmlns="" xmlns:a16="http://schemas.microsoft.com/office/drawing/2014/main" id="{6D754C6A-08E6-64A2-DD95-479A69F76C8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61" y="1047"/>
                <a:ext cx="1198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640465" name="Line 17">
                <a:extLst>
                  <a:ext uri="{FF2B5EF4-FFF2-40B4-BE49-F238E27FC236}">
                    <a16:creationId xmlns="" xmlns:a16="http://schemas.microsoft.com/office/drawing/2014/main" id="{32DD4C04-740B-D3DB-CCD0-BBCD2B0C786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61" y="950"/>
                <a:ext cx="1198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640466" name="Line 18">
                <a:extLst>
                  <a:ext uri="{FF2B5EF4-FFF2-40B4-BE49-F238E27FC236}">
                    <a16:creationId xmlns="" xmlns:a16="http://schemas.microsoft.com/office/drawing/2014/main" id="{B2CB0E80-F4EF-6202-2DCA-56A74561E1A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81" y="950"/>
                <a:ext cx="1" cy="975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640467" name="Line 19">
                <a:extLst>
                  <a:ext uri="{FF2B5EF4-FFF2-40B4-BE49-F238E27FC236}">
                    <a16:creationId xmlns="" xmlns:a16="http://schemas.microsoft.com/office/drawing/2014/main" id="{5833C9E7-3908-E838-F5A1-FA866F607C0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102" y="950"/>
                <a:ext cx="1" cy="975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640468" name="Line 20">
                <a:extLst>
                  <a:ext uri="{FF2B5EF4-FFF2-40B4-BE49-F238E27FC236}">
                    <a16:creationId xmlns="" xmlns:a16="http://schemas.microsoft.com/office/drawing/2014/main" id="{15725AF4-84F8-872B-109F-4BC770F3119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219" y="950"/>
                <a:ext cx="1" cy="975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640469" name="Line 21">
                <a:extLst>
                  <a:ext uri="{FF2B5EF4-FFF2-40B4-BE49-F238E27FC236}">
                    <a16:creationId xmlns="" xmlns:a16="http://schemas.microsoft.com/office/drawing/2014/main" id="{BD2557D0-08B0-820E-EE74-5BF45BD5C66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39" y="950"/>
                <a:ext cx="1" cy="975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640470" name="Line 22">
                <a:extLst>
                  <a:ext uri="{FF2B5EF4-FFF2-40B4-BE49-F238E27FC236}">
                    <a16:creationId xmlns="" xmlns:a16="http://schemas.microsoft.com/office/drawing/2014/main" id="{9740542A-3F92-E3E3-18FD-C7BD75C4FF7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60" y="950"/>
                <a:ext cx="1" cy="975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640471" name="Line 23">
                <a:extLst>
                  <a:ext uri="{FF2B5EF4-FFF2-40B4-BE49-F238E27FC236}">
                    <a16:creationId xmlns="" xmlns:a16="http://schemas.microsoft.com/office/drawing/2014/main" id="{1D414C83-3D9B-889E-213C-7DF15BB5F35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81" y="950"/>
                <a:ext cx="1" cy="975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640472" name="Line 24">
                <a:extLst>
                  <a:ext uri="{FF2B5EF4-FFF2-40B4-BE49-F238E27FC236}">
                    <a16:creationId xmlns="" xmlns:a16="http://schemas.microsoft.com/office/drawing/2014/main" id="{36DF79B7-8970-3855-F7A4-A9E2B8075CE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701" y="950"/>
                <a:ext cx="1" cy="975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640473" name="Line 25">
                <a:extLst>
                  <a:ext uri="{FF2B5EF4-FFF2-40B4-BE49-F238E27FC236}">
                    <a16:creationId xmlns="" xmlns:a16="http://schemas.microsoft.com/office/drawing/2014/main" id="{833697F4-6E58-5316-DA77-8D7B7425F45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18" y="950"/>
                <a:ext cx="1" cy="975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640474" name="Line 26">
                <a:extLst>
                  <a:ext uri="{FF2B5EF4-FFF2-40B4-BE49-F238E27FC236}">
                    <a16:creationId xmlns="" xmlns:a16="http://schemas.microsoft.com/office/drawing/2014/main" id="{4D81E4D6-CDE2-3A9D-C4E7-0AA335DFA24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39" y="950"/>
                <a:ext cx="1" cy="975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640475" name="Line 27">
                <a:extLst>
                  <a:ext uri="{FF2B5EF4-FFF2-40B4-BE49-F238E27FC236}">
                    <a16:creationId xmlns="" xmlns:a16="http://schemas.microsoft.com/office/drawing/2014/main" id="{44E80858-90D7-C2D5-1743-9A0117925BE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59" y="950"/>
                <a:ext cx="1" cy="975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640476" name="Rectangle 28">
                <a:extLst>
                  <a:ext uri="{FF2B5EF4-FFF2-40B4-BE49-F238E27FC236}">
                    <a16:creationId xmlns="" xmlns:a16="http://schemas.microsoft.com/office/drawing/2014/main" id="{83B92388-5084-D836-2A4B-2B09BBA4B35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61" y="950"/>
                <a:ext cx="1198" cy="975"/>
              </a:xfrm>
              <a:prstGeom prst="rect">
                <a:avLst/>
              </a:prstGeom>
              <a:noFill/>
              <a:ln w="6350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640477" name="Line 29">
                <a:extLst>
                  <a:ext uri="{FF2B5EF4-FFF2-40B4-BE49-F238E27FC236}">
                    <a16:creationId xmlns="" xmlns:a16="http://schemas.microsoft.com/office/drawing/2014/main" id="{9E57D88C-2068-520B-3527-E9518AF1587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61" y="950"/>
                <a:ext cx="1" cy="975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640478" name="Line 30">
                <a:extLst>
                  <a:ext uri="{FF2B5EF4-FFF2-40B4-BE49-F238E27FC236}">
                    <a16:creationId xmlns="" xmlns:a16="http://schemas.microsoft.com/office/drawing/2014/main" id="{ED22C273-BDFE-A67C-A8B1-626B4EAC062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49" y="1925"/>
                <a:ext cx="12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640479" name="Line 31">
                <a:extLst>
                  <a:ext uri="{FF2B5EF4-FFF2-40B4-BE49-F238E27FC236}">
                    <a16:creationId xmlns="" xmlns:a16="http://schemas.microsoft.com/office/drawing/2014/main" id="{4B516D04-A735-E1D8-0089-49A5C68F755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49" y="1828"/>
                <a:ext cx="12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640480" name="Line 32">
                <a:extLst>
                  <a:ext uri="{FF2B5EF4-FFF2-40B4-BE49-F238E27FC236}">
                    <a16:creationId xmlns="" xmlns:a16="http://schemas.microsoft.com/office/drawing/2014/main" id="{423EE339-DEA6-5EB2-622F-4FE0FBBDA4B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49" y="1730"/>
                <a:ext cx="12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640481" name="Line 33">
                <a:extLst>
                  <a:ext uri="{FF2B5EF4-FFF2-40B4-BE49-F238E27FC236}">
                    <a16:creationId xmlns="" xmlns:a16="http://schemas.microsoft.com/office/drawing/2014/main" id="{E451C66A-68C2-AE8C-D1EF-1C96391A683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49" y="1633"/>
                <a:ext cx="12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640482" name="Line 34">
                <a:extLst>
                  <a:ext uri="{FF2B5EF4-FFF2-40B4-BE49-F238E27FC236}">
                    <a16:creationId xmlns="" xmlns:a16="http://schemas.microsoft.com/office/drawing/2014/main" id="{F428895E-90FC-955B-0902-9B9A2FD9DA4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49" y="1535"/>
                <a:ext cx="12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640483" name="Line 35">
                <a:extLst>
                  <a:ext uri="{FF2B5EF4-FFF2-40B4-BE49-F238E27FC236}">
                    <a16:creationId xmlns="" xmlns:a16="http://schemas.microsoft.com/office/drawing/2014/main" id="{805B97F0-0344-8FE2-C882-E4AC631E5E5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49" y="1437"/>
                <a:ext cx="12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640484" name="Line 36">
                <a:extLst>
                  <a:ext uri="{FF2B5EF4-FFF2-40B4-BE49-F238E27FC236}">
                    <a16:creationId xmlns="" xmlns:a16="http://schemas.microsoft.com/office/drawing/2014/main" id="{A9A8903D-82CF-9BEB-5981-EB25924C22B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49" y="1340"/>
                <a:ext cx="12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640485" name="Line 37">
                <a:extLst>
                  <a:ext uri="{FF2B5EF4-FFF2-40B4-BE49-F238E27FC236}">
                    <a16:creationId xmlns="" xmlns:a16="http://schemas.microsoft.com/office/drawing/2014/main" id="{1C722B7A-CD1E-EA0D-AC86-A6D805CC5EE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49" y="1242"/>
                <a:ext cx="12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640486" name="Line 38">
                <a:extLst>
                  <a:ext uri="{FF2B5EF4-FFF2-40B4-BE49-F238E27FC236}">
                    <a16:creationId xmlns="" xmlns:a16="http://schemas.microsoft.com/office/drawing/2014/main" id="{97F413E1-49DA-966C-5A31-570BE226063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49" y="1145"/>
                <a:ext cx="12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640487" name="Line 39">
                <a:extLst>
                  <a:ext uri="{FF2B5EF4-FFF2-40B4-BE49-F238E27FC236}">
                    <a16:creationId xmlns="" xmlns:a16="http://schemas.microsoft.com/office/drawing/2014/main" id="{FA44E986-A29D-DFF3-E26C-8C804838145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49" y="1047"/>
                <a:ext cx="12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640488" name="Line 40">
                <a:extLst>
                  <a:ext uri="{FF2B5EF4-FFF2-40B4-BE49-F238E27FC236}">
                    <a16:creationId xmlns="" xmlns:a16="http://schemas.microsoft.com/office/drawing/2014/main" id="{541268C9-C37E-1860-0716-0085A6E5972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49" y="950"/>
                <a:ext cx="12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640489" name="Line 41">
                <a:extLst>
                  <a:ext uri="{FF2B5EF4-FFF2-40B4-BE49-F238E27FC236}">
                    <a16:creationId xmlns="" xmlns:a16="http://schemas.microsoft.com/office/drawing/2014/main" id="{0AC3B8FB-682C-958E-ED72-2101C631342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61" y="1925"/>
                <a:ext cx="1198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640490" name="Line 42">
                <a:extLst>
                  <a:ext uri="{FF2B5EF4-FFF2-40B4-BE49-F238E27FC236}">
                    <a16:creationId xmlns="" xmlns:a16="http://schemas.microsoft.com/office/drawing/2014/main" id="{6E79AF8C-DB0B-A631-BC8A-194CA7124C7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861" y="1925"/>
                <a:ext cx="1" cy="12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640491" name="Line 43">
                <a:extLst>
                  <a:ext uri="{FF2B5EF4-FFF2-40B4-BE49-F238E27FC236}">
                    <a16:creationId xmlns="" xmlns:a16="http://schemas.microsoft.com/office/drawing/2014/main" id="{9AA0E72C-BF3A-D3CC-14A5-D7B22074346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981" y="1925"/>
                <a:ext cx="1" cy="12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640492" name="Line 44">
                <a:extLst>
                  <a:ext uri="{FF2B5EF4-FFF2-40B4-BE49-F238E27FC236}">
                    <a16:creationId xmlns="" xmlns:a16="http://schemas.microsoft.com/office/drawing/2014/main" id="{83549DAF-62C0-7375-294C-E39328431E2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102" y="1925"/>
                <a:ext cx="1" cy="12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640493" name="Line 45">
                <a:extLst>
                  <a:ext uri="{FF2B5EF4-FFF2-40B4-BE49-F238E27FC236}">
                    <a16:creationId xmlns="" xmlns:a16="http://schemas.microsoft.com/office/drawing/2014/main" id="{0F7BF0A2-1D9F-4B6A-5898-789B4C3EB33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219" y="1925"/>
                <a:ext cx="1" cy="12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640494" name="Line 46">
                <a:extLst>
                  <a:ext uri="{FF2B5EF4-FFF2-40B4-BE49-F238E27FC236}">
                    <a16:creationId xmlns="" xmlns:a16="http://schemas.microsoft.com/office/drawing/2014/main" id="{29A6E0C4-035E-3A62-702E-418973E9553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339" y="1925"/>
                <a:ext cx="1" cy="12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640495" name="Line 47">
                <a:extLst>
                  <a:ext uri="{FF2B5EF4-FFF2-40B4-BE49-F238E27FC236}">
                    <a16:creationId xmlns="" xmlns:a16="http://schemas.microsoft.com/office/drawing/2014/main" id="{EAA23EE6-B270-36CF-E8C4-0D119C09A73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460" y="1925"/>
                <a:ext cx="1" cy="12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640496" name="Line 48">
                <a:extLst>
                  <a:ext uri="{FF2B5EF4-FFF2-40B4-BE49-F238E27FC236}">
                    <a16:creationId xmlns="" xmlns:a16="http://schemas.microsoft.com/office/drawing/2014/main" id="{FF5095EA-7E7A-ED09-DBCC-13934E4737B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581" y="1925"/>
                <a:ext cx="1" cy="12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640497" name="Line 49">
                <a:extLst>
                  <a:ext uri="{FF2B5EF4-FFF2-40B4-BE49-F238E27FC236}">
                    <a16:creationId xmlns="" xmlns:a16="http://schemas.microsoft.com/office/drawing/2014/main" id="{F33E6159-0242-0D0F-54A0-933AC1BBC61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701" y="1925"/>
                <a:ext cx="1" cy="12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640498" name="Line 50">
                <a:extLst>
                  <a:ext uri="{FF2B5EF4-FFF2-40B4-BE49-F238E27FC236}">
                    <a16:creationId xmlns="" xmlns:a16="http://schemas.microsoft.com/office/drawing/2014/main" id="{DE8D2675-F33F-5FBB-ED2B-1B16FC55986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818" y="1925"/>
                <a:ext cx="1" cy="12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640499" name="Line 51">
                <a:extLst>
                  <a:ext uri="{FF2B5EF4-FFF2-40B4-BE49-F238E27FC236}">
                    <a16:creationId xmlns="" xmlns:a16="http://schemas.microsoft.com/office/drawing/2014/main" id="{E36DA4A7-D0D3-6350-E9D2-D765C95210D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939" y="1925"/>
                <a:ext cx="1" cy="12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640500" name="Line 52">
                <a:extLst>
                  <a:ext uri="{FF2B5EF4-FFF2-40B4-BE49-F238E27FC236}">
                    <a16:creationId xmlns="" xmlns:a16="http://schemas.microsoft.com/office/drawing/2014/main" id="{E64FD913-6890-3C8C-1168-5CF85BF707B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059" y="1925"/>
                <a:ext cx="1" cy="12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640501" name="Freeform 53">
                <a:extLst>
                  <a:ext uri="{FF2B5EF4-FFF2-40B4-BE49-F238E27FC236}">
                    <a16:creationId xmlns="" xmlns:a16="http://schemas.microsoft.com/office/drawing/2014/main" id="{74B83E36-B8C9-FD29-2183-3FD4B1775EA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91" y="1507"/>
                <a:ext cx="56" cy="56"/>
              </a:xfrm>
              <a:custGeom>
                <a:avLst/>
                <a:gdLst>
                  <a:gd name="T0" fmla="*/ 28 w 56"/>
                  <a:gd name="T1" fmla="*/ 0 h 56"/>
                  <a:gd name="T2" fmla="*/ 56 w 56"/>
                  <a:gd name="T3" fmla="*/ 28 h 56"/>
                  <a:gd name="T4" fmla="*/ 28 w 56"/>
                  <a:gd name="T5" fmla="*/ 56 h 56"/>
                  <a:gd name="T6" fmla="*/ 0 w 56"/>
                  <a:gd name="T7" fmla="*/ 28 h 56"/>
                  <a:gd name="T8" fmla="*/ 28 w 56"/>
                  <a:gd name="T9" fmla="*/ 0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6" h="56">
                    <a:moveTo>
                      <a:pt x="28" y="0"/>
                    </a:moveTo>
                    <a:lnTo>
                      <a:pt x="56" y="28"/>
                    </a:lnTo>
                    <a:lnTo>
                      <a:pt x="28" y="56"/>
                    </a:lnTo>
                    <a:lnTo>
                      <a:pt x="0" y="28"/>
                    </a:lnTo>
                    <a:lnTo>
                      <a:pt x="28" y="0"/>
                    </a:lnTo>
                    <a:close/>
                  </a:path>
                </a:pathLst>
              </a:custGeom>
              <a:solidFill>
                <a:srgbClr val="00FFFF"/>
              </a:solidFill>
              <a:ln w="6350">
                <a:solidFill>
                  <a:srgbClr val="00008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640502" name="Freeform 54">
                <a:extLst>
                  <a:ext uri="{FF2B5EF4-FFF2-40B4-BE49-F238E27FC236}">
                    <a16:creationId xmlns="" xmlns:a16="http://schemas.microsoft.com/office/drawing/2014/main" id="{9CDF858A-00C0-CE2B-4C84-0FB3340751B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91" y="1311"/>
                <a:ext cx="56" cy="57"/>
              </a:xfrm>
              <a:custGeom>
                <a:avLst/>
                <a:gdLst>
                  <a:gd name="T0" fmla="*/ 28 w 56"/>
                  <a:gd name="T1" fmla="*/ 0 h 57"/>
                  <a:gd name="T2" fmla="*/ 56 w 56"/>
                  <a:gd name="T3" fmla="*/ 29 h 57"/>
                  <a:gd name="T4" fmla="*/ 28 w 56"/>
                  <a:gd name="T5" fmla="*/ 57 h 57"/>
                  <a:gd name="T6" fmla="*/ 0 w 56"/>
                  <a:gd name="T7" fmla="*/ 29 h 57"/>
                  <a:gd name="T8" fmla="*/ 28 w 56"/>
                  <a:gd name="T9" fmla="*/ 0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6" h="57">
                    <a:moveTo>
                      <a:pt x="28" y="0"/>
                    </a:moveTo>
                    <a:lnTo>
                      <a:pt x="56" y="29"/>
                    </a:lnTo>
                    <a:lnTo>
                      <a:pt x="28" y="57"/>
                    </a:lnTo>
                    <a:lnTo>
                      <a:pt x="0" y="29"/>
                    </a:lnTo>
                    <a:lnTo>
                      <a:pt x="28" y="0"/>
                    </a:lnTo>
                    <a:close/>
                  </a:path>
                </a:pathLst>
              </a:custGeom>
              <a:solidFill>
                <a:srgbClr val="00FFFF"/>
              </a:solidFill>
              <a:ln w="6350">
                <a:solidFill>
                  <a:srgbClr val="00008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640503" name="Freeform 55">
                <a:extLst>
                  <a:ext uri="{FF2B5EF4-FFF2-40B4-BE49-F238E27FC236}">
                    <a16:creationId xmlns="" xmlns:a16="http://schemas.microsoft.com/office/drawing/2014/main" id="{AD88E99E-2C48-B8C1-2593-33CB0643A4C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73" y="1604"/>
                <a:ext cx="57" cy="57"/>
              </a:xfrm>
              <a:custGeom>
                <a:avLst/>
                <a:gdLst>
                  <a:gd name="T0" fmla="*/ 28 w 57"/>
                  <a:gd name="T1" fmla="*/ 0 h 57"/>
                  <a:gd name="T2" fmla="*/ 57 w 57"/>
                  <a:gd name="T3" fmla="*/ 29 h 57"/>
                  <a:gd name="T4" fmla="*/ 28 w 57"/>
                  <a:gd name="T5" fmla="*/ 57 h 57"/>
                  <a:gd name="T6" fmla="*/ 0 w 57"/>
                  <a:gd name="T7" fmla="*/ 29 h 57"/>
                  <a:gd name="T8" fmla="*/ 28 w 57"/>
                  <a:gd name="T9" fmla="*/ 0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7" h="57">
                    <a:moveTo>
                      <a:pt x="28" y="0"/>
                    </a:moveTo>
                    <a:lnTo>
                      <a:pt x="57" y="29"/>
                    </a:lnTo>
                    <a:lnTo>
                      <a:pt x="28" y="57"/>
                    </a:lnTo>
                    <a:lnTo>
                      <a:pt x="0" y="29"/>
                    </a:lnTo>
                    <a:lnTo>
                      <a:pt x="28" y="0"/>
                    </a:lnTo>
                    <a:close/>
                  </a:path>
                </a:pathLst>
              </a:custGeom>
              <a:solidFill>
                <a:srgbClr val="000080"/>
              </a:solidFill>
              <a:ln w="6350">
                <a:solidFill>
                  <a:srgbClr val="00008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640504" name="Freeform 56">
                <a:extLst>
                  <a:ext uri="{FF2B5EF4-FFF2-40B4-BE49-F238E27FC236}">
                    <a16:creationId xmlns="" xmlns:a16="http://schemas.microsoft.com/office/drawing/2014/main" id="{1E07A951-6552-9289-73C1-E410906566C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11" y="1214"/>
                <a:ext cx="57" cy="57"/>
              </a:xfrm>
              <a:custGeom>
                <a:avLst/>
                <a:gdLst>
                  <a:gd name="T0" fmla="*/ 28 w 57"/>
                  <a:gd name="T1" fmla="*/ 0 h 57"/>
                  <a:gd name="T2" fmla="*/ 57 w 57"/>
                  <a:gd name="T3" fmla="*/ 28 h 57"/>
                  <a:gd name="T4" fmla="*/ 28 w 57"/>
                  <a:gd name="T5" fmla="*/ 57 h 57"/>
                  <a:gd name="T6" fmla="*/ 0 w 57"/>
                  <a:gd name="T7" fmla="*/ 28 h 57"/>
                  <a:gd name="T8" fmla="*/ 28 w 57"/>
                  <a:gd name="T9" fmla="*/ 0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7" h="57">
                    <a:moveTo>
                      <a:pt x="28" y="0"/>
                    </a:moveTo>
                    <a:lnTo>
                      <a:pt x="57" y="28"/>
                    </a:lnTo>
                    <a:lnTo>
                      <a:pt x="28" y="57"/>
                    </a:lnTo>
                    <a:lnTo>
                      <a:pt x="0" y="28"/>
                    </a:lnTo>
                    <a:lnTo>
                      <a:pt x="28" y="0"/>
                    </a:lnTo>
                    <a:close/>
                  </a:path>
                </a:pathLst>
              </a:custGeom>
              <a:solidFill>
                <a:srgbClr val="00FFFF"/>
              </a:solidFill>
              <a:ln w="6350">
                <a:solidFill>
                  <a:srgbClr val="00008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640505" name="Freeform 57">
                <a:extLst>
                  <a:ext uri="{FF2B5EF4-FFF2-40B4-BE49-F238E27FC236}">
                    <a16:creationId xmlns="" xmlns:a16="http://schemas.microsoft.com/office/drawing/2014/main" id="{D8178E17-23EC-DE62-3FD7-D6BEFD6CBCB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91" y="1116"/>
                <a:ext cx="56" cy="57"/>
              </a:xfrm>
              <a:custGeom>
                <a:avLst/>
                <a:gdLst>
                  <a:gd name="T0" fmla="*/ 28 w 56"/>
                  <a:gd name="T1" fmla="*/ 0 h 57"/>
                  <a:gd name="T2" fmla="*/ 56 w 56"/>
                  <a:gd name="T3" fmla="*/ 29 h 57"/>
                  <a:gd name="T4" fmla="*/ 28 w 56"/>
                  <a:gd name="T5" fmla="*/ 57 h 57"/>
                  <a:gd name="T6" fmla="*/ 0 w 56"/>
                  <a:gd name="T7" fmla="*/ 29 h 57"/>
                  <a:gd name="T8" fmla="*/ 28 w 56"/>
                  <a:gd name="T9" fmla="*/ 0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6" h="57">
                    <a:moveTo>
                      <a:pt x="28" y="0"/>
                    </a:moveTo>
                    <a:lnTo>
                      <a:pt x="56" y="29"/>
                    </a:lnTo>
                    <a:lnTo>
                      <a:pt x="28" y="57"/>
                    </a:lnTo>
                    <a:lnTo>
                      <a:pt x="0" y="29"/>
                    </a:lnTo>
                    <a:lnTo>
                      <a:pt x="28" y="0"/>
                    </a:lnTo>
                    <a:close/>
                  </a:path>
                </a:pathLst>
              </a:custGeom>
              <a:solidFill>
                <a:srgbClr val="00FFFF"/>
              </a:solidFill>
              <a:ln w="6350">
                <a:solidFill>
                  <a:srgbClr val="00008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640506" name="Freeform 58">
                <a:extLst>
                  <a:ext uri="{FF2B5EF4-FFF2-40B4-BE49-F238E27FC236}">
                    <a16:creationId xmlns="" xmlns:a16="http://schemas.microsoft.com/office/drawing/2014/main" id="{A0DC65A2-AE25-055A-2667-76ED211EBFF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90" y="1409"/>
                <a:ext cx="56" cy="57"/>
              </a:xfrm>
              <a:custGeom>
                <a:avLst/>
                <a:gdLst>
                  <a:gd name="T0" fmla="*/ 28 w 56"/>
                  <a:gd name="T1" fmla="*/ 0 h 57"/>
                  <a:gd name="T2" fmla="*/ 56 w 56"/>
                  <a:gd name="T3" fmla="*/ 28 h 57"/>
                  <a:gd name="T4" fmla="*/ 28 w 56"/>
                  <a:gd name="T5" fmla="*/ 57 h 57"/>
                  <a:gd name="T6" fmla="*/ 0 w 56"/>
                  <a:gd name="T7" fmla="*/ 28 h 57"/>
                  <a:gd name="T8" fmla="*/ 28 w 56"/>
                  <a:gd name="T9" fmla="*/ 0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6" h="57">
                    <a:moveTo>
                      <a:pt x="28" y="0"/>
                    </a:moveTo>
                    <a:lnTo>
                      <a:pt x="56" y="28"/>
                    </a:lnTo>
                    <a:lnTo>
                      <a:pt x="28" y="57"/>
                    </a:lnTo>
                    <a:lnTo>
                      <a:pt x="0" y="28"/>
                    </a:lnTo>
                    <a:lnTo>
                      <a:pt x="28" y="0"/>
                    </a:lnTo>
                    <a:close/>
                  </a:path>
                </a:pathLst>
              </a:custGeom>
              <a:solidFill>
                <a:srgbClr val="000080"/>
              </a:solidFill>
              <a:ln w="6350">
                <a:solidFill>
                  <a:srgbClr val="00008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640507" name="Freeform 59">
                <a:extLst>
                  <a:ext uri="{FF2B5EF4-FFF2-40B4-BE49-F238E27FC236}">
                    <a16:creationId xmlns="" xmlns:a16="http://schemas.microsoft.com/office/drawing/2014/main" id="{8D6514A8-7DBD-83B2-73B8-42081C0859D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11" y="1409"/>
                <a:ext cx="57" cy="57"/>
              </a:xfrm>
              <a:custGeom>
                <a:avLst/>
                <a:gdLst>
                  <a:gd name="T0" fmla="*/ 28 w 57"/>
                  <a:gd name="T1" fmla="*/ 0 h 57"/>
                  <a:gd name="T2" fmla="*/ 57 w 57"/>
                  <a:gd name="T3" fmla="*/ 28 h 57"/>
                  <a:gd name="T4" fmla="*/ 28 w 57"/>
                  <a:gd name="T5" fmla="*/ 57 h 57"/>
                  <a:gd name="T6" fmla="*/ 0 w 57"/>
                  <a:gd name="T7" fmla="*/ 28 h 57"/>
                  <a:gd name="T8" fmla="*/ 28 w 57"/>
                  <a:gd name="T9" fmla="*/ 0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7" h="57">
                    <a:moveTo>
                      <a:pt x="28" y="0"/>
                    </a:moveTo>
                    <a:lnTo>
                      <a:pt x="57" y="28"/>
                    </a:lnTo>
                    <a:lnTo>
                      <a:pt x="28" y="57"/>
                    </a:lnTo>
                    <a:lnTo>
                      <a:pt x="0" y="28"/>
                    </a:lnTo>
                    <a:lnTo>
                      <a:pt x="28" y="0"/>
                    </a:lnTo>
                    <a:close/>
                  </a:path>
                </a:pathLst>
              </a:custGeom>
              <a:solidFill>
                <a:srgbClr val="00FFFF"/>
              </a:solidFill>
              <a:ln w="6350">
                <a:solidFill>
                  <a:srgbClr val="00008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640508" name="Freeform 60">
                <a:extLst>
                  <a:ext uri="{FF2B5EF4-FFF2-40B4-BE49-F238E27FC236}">
                    <a16:creationId xmlns="" xmlns:a16="http://schemas.microsoft.com/office/drawing/2014/main" id="{331CBEED-C044-CA83-3A21-38EE010F4DC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32" y="1799"/>
                <a:ext cx="56" cy="57"/>
              </a:xfrm>
              <a:custGeom>
                <a:avLst/>
                <a:gdLst>
                  <a:gd name="T0" fmla="*/ 28 w 56"/>
                  <a:gd name="T1" fmla="*/ 0 h 57"/>
                  <a:gd name="T2" fmla="*/ 56 w 56"/>
                  <a:gd name="T3" fmla="*/ 29 h 57"/>
                  <a:gd name="T4" fmla="*/ 28 w 56"/>
                  <a:gd name="T5" fmla="*/ 57 h 57"/>
                  <a:gd name="T6" fmla="*/ 0 w 56"/>
                  <a:gd name="T7" fmla="*/ 29 h 57"/>
                  <a:gd name="T8" fmla="*/ 28 w 56"/>
                  <a:gd name="T9" fmla="*/ 0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6" h="57">
                    <a:moveTo>
                      <a:pt x="28" y="0"/>
                    </a:moveTo>
                    <a:lnTo>
                      <a:pt x="56" y="29"/>
                    </a:lnTo>
                    <a:lnTo>
                      <a:pt x="28" y="57"/>
                    </a:lnTo>
                    <a:lnTo>
                      <a:pt x="0" y="29"/>
                    </a:lnTo>
                    <a:lnTo>
                      <a:pt x="28" y="0"/>
                    </a:lnTo>
                    <a:close/>
                  </a:path>
                </a:pathLst>
              </a:custGeom>
              <a:solidFill>
                <a:srgbClr val="000080"/>
              </a:solidFill>
              <a:ln w="6350">
                <a:solidFill>
                  <a:srgbClr val="00008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640509" name="Freeform 61">
                <a:extLst>
                  <a:ext uri="{FF2B5EF4-FFF2-40B4-BE49-F238E27FC236}">
                    <a16:creationId xmlns="" xmlns:a16="http://schemas.microsoft.com/office/drawing/2014/main" id="{38BA3733-C034-FD4B-7D67-A147DCBBE35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73" y="1507"/>
                <a:ext cx="57" cy="56"/>
              </a:xfrm>
              <a:custGeom>
                <a:avLst/>
                <a:gdLst>
                  <a:gd name="T0" fmla="*/ 28 w 57"/>
                  <a:gd name="T1" fmla="*/ 0 h 56"/>
                  <a:gd name="T2" fmla="*/ 57 w 57"/>
                  <a:gd name="T3" fmla="*/ 28 h 56"/>
                  <a:gd name="T4" fmla="*/ 28 w 57"/>
                  <a:gd name="T5" fmla="*/ 56 h 56"/>
                  <a:gd name="T6" fmla="*/ 0 w 57"/>
                  <a:gd name="T7" fmla="*/ 28 h 56"/>
                  <a:gd name="T8" fmla="*/ 28 w 57"/>
                  <a:gd name="T9" fmla="*/ 0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7" h="56">
                    <a:moveTo>
                      <a:pt x="28" y="0"/>
                    </a:moveTo>
                    <a:lnTo>
                      <a:pt x="57" y="28"/>
                    </a:lnTo>
                    <a:lnTo>
                      <a:pt x="28" y="56"/>
                    </a:lnTo>
                    <a:lnTo>
                      <a:pt x="0" y="28"/>
                    </a:lnTo>
                    <a:lnTo>
                      <a:pt x="28" y="0"/>
                    </a:lnTo>
                    <a:close/>
                  </a:path>
                </a:pathLst>
              </a:custGeom>
              <a:solidFill>
                <a:srgbClr val="000080"/>
              </a:solidFill>
              <a:ln w="6350">
                <a:solidFill>
                  <a:srgbClr val="00008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640510" name="Freeform 62">
                <a:extLst>
                  <a:ext uri="{FF2B5EF4-FFF2-40B4-BE49-F238E27FC236}">
                    <a16:creationId xmlns="" xmlns:a16="http://schemas.microsoft.com/office/drawing/2014/main" id="{39240E72-B80C-B09A-D6F6-D7682D3B6D8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32" y="1409"/>
                <a:ext cx="56" cy="57"/>
              </a:xfrm>
              <a:custGeom>
                <a:avLst/>
                <a:gdLst>
                  <a:gd name="T0" fmla="*/ 28 w 56"/>
                  <a:gd name="T1" fmla="*/ 0 h 57"/>
                  <a:gd name="T2" fmla="*/ 56 w 56"/>
                  <a:gd name="T3" fmla="*/ 28 h 57"/>
                  <a:gd name="T4" fmla="*/ 28 w 56"/>
                  <a:gd name="T5" fmla="*/ 57 h 57"/>
                  <a:gd name="T6" fmla="*/ 0 w 56"/>
                  <a:gd name="T7" fmla="*/ 28 h 57"/>
                  <a:gd name="T8" fmla="*/ 28 w 56"/>
                  <a:gd name="T9" fmla="*/ 0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6" h="57">
                    <a:moveTo>
                      <a:pt x="28" y="0"/>
                    </a:moveTo>
                    <a:lnTo>
                      <a:pt x="56" y="28"/>
                    </a:lnTo>
                    <a:lnTo>
                      <a:pt x="28" y="57"/>
                    </a:lnTo>
                    <a:lnTo>
                      <a:pt x="0" y="28"/>
                    </a:lnTo>
                    <a:lnTo>
                      <a:pt x="28" y="0"/>
                    </a:lnTo>
                    <a:close/>
                  </a:path>
                </a:pathLst>
              </a:custGeom>
              <a:solidFill>
                <a:srgbClr val="00FFFF"/>
              </a:solidFill>
              <a:ln w="6350">
                <a:solidFill>
                  <a:srgbClr val="00008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640511" name="Rectangle 63">
                <a:extLst>
                  <a:ext uri="{FF2B5EF4-FFF2-40B4-BE49-F238E27FC236}">
                    <a16:creationId xmlns="" xmlns:a16="http://schemas.microsoft.com/office/drawing/2014/main" id="{8C74FFB6-9CD9-C899-8841-52E739B944A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05" y="1897"/>
                <a:ext cx="30" cy="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ko-KR" altLang="en-US" sz="600">
                    <a:latin typeface="Arial" panose="020B0604020202020204" pitchFamily="34" charset="0"/>
                    <a:ea typeface="굴림" panose="020B0503020000020004" pitchFamily="34" charset="-127"/>
                  </a:rPr>
                  <a:t>0</a:t>
                </a:r>
                <a:endParaRPr lang="ko-KR" altLang="en-US">
                  <a:ea typeface="굴림" panose="020B0503020000020004" pitchFamily="34" charset="-127"/>
                </a:endParaRPr>
              </a:p>
            </p:txBody>
          </p:sp>
          <p:sp>
            <p:nvSpPr>
              <p:cNvPr id="1640512" name="Rectangle 64">
                <a:extLst>
                  <a:ext uri="{FF2B5EF4-FFF2-40B4-BE49-F238E27FC236}">
                    <a16:creationId xmlns="" xmlns:a16="http://schemas.microsoft.com/office/drawing/2014/main" id="{0FC0C0B3-A4E1-9F7F-4416-CB80922F67C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05" y="1799"/>
                <a:ext cx="30" cy="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ko-KR" altLang="en-US" sz="600">
                    <a:latin typeface="Arial" panose="020B0604020202020204" pitchFamily="34" charset="0"/>
                    <a:ea typeface="굴림" panose="020B0503020000020004" pitchFamily="34" charset="-127"/>
                  </a:rPr>
                  <a:t>1</a:t>
                </a:r>
                <a:endParaRPr lang="ko-KR" altLang="en-US">
                  <a:ea typeface="굴림" panose="020B0503020000020004" pitchFamily="34" charset="-127"/>
                </a:endParaRPr>
              </a:p>
            </p:txBody>
          </p:sp>
          <p:sp>
            <p:nvSpPr>
              <p:cNvPr id="1640513" name="Rectangle 65">
                <a:extLst>
                  <a:ext uri="{FF2B5EF4-FFF2-40B4-BE49-F238E27FC236}">
                    <a16:creationId xmlns="" xmlns:a16="http://schemas.microsoft.com/office/drawing/2014/main" id="{08EA34C6-0380-D884-77EE-A37A6C03C6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05" y="1702"/>
                <a:ext cx="30" cy="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ko-KR" altLang="en-US" sz="600">
                    <a:latin typeface="Arial" panose="020B0604020202020204" pitchFamily="34" charset="0"/>
                    <a:ea typeface="굴림" panose="020B0503020000020004" pitchFamily="34" charset="-127"/>
                  </a:rPr>
                  <a:t>2</a:t>
                </a:r>
                <a:endParaRPr lang="ko-KR" altLang="en-US">
                  <a:ea typeface="굴림" panose="020B0503020000020004" pitchFamily="34" charset="-127"/>
                </a:endParaRPr>
              </a:p>
            </p:txBody>
          </p:sp>
          <p:sp>
            <p:nvSpPr>
              <p:cNvPr id="1640514" name="Rectangle 66">
                <a:extLst>
                  <a:ext uri="{FF2B5EF4-FFF2-40B4-BE49-F238E27FC236}">
                    <a16:creationId xmlns="" xmlns:a16="http://schemas.microsoft.com/office/drawing/2014/main" id="{B73AC80B-4BC3-37A9-B5B7-F520AE51BD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05" y="1604"/>
                <a:ext cx="30" cy="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ko-KR" altLang="en-US" sz="600">
                    <a:latin typeface="Arial" panose="020B0604020202020204" pitchFamily="34" charset="0"/>
                    <a:ea typeface="굴림" panose="020B0503020000020004" pitchFamily="34" charset="-127"/>
                  </a:rPr>
                  <a:t>3</a:t>
                </a:r>
                <a:endParaRPr lang="ko-KR" altLang="en-US">
                  <a:ea typeface="굴림" panose="020B0503020000020004" pitchFamily="34" charset="-127"/>
                </a:endParaRPr>
              </a:p>
            </p:txBody>
          </p:sp>
          <p:sp>
            <p:nvSpPr>
              <p:cNvPr id="1640515" name="Rectangle 67">
                <a:extLst>
                  <a:ext uri="{FF2B5EF4-FFF2-40B4-BE49-F238E27FC236}">
                    <a16:creationId xmlns="" xmlns:a16="http://schemas.microsoft.com/office/drawing/2014/main" id="{43C20879-C0A4-944D-AABC-39B44C57F6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05" y="1507"/>
                <a:ext cx="30" cy="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ko-KR" altLang="en-US" sz="600">
                    <a:latin typeface="Arial" panose="020B0604020202020204" pitchFamily="34" charset="0"/>
                    <a:ea typeface="굴림" panose="020B0503020000020004" pitchFamily="34" charset="-127"/>
                  </a:rPr>
                  <a:t>4</a:t>
                </a:r>
                <a:endParaRPr lang="ko-KR" altLang="en-US">
                  <a:ea typeface="굴림" panose="020B0503020000020004" pitchFamily="34" charset="-127"/>
                </a:endParaRPr>
              </a:p>
            </p:txBody>
          </p:sp>
          <p:sp>
            <p:nvSpPr>
              <p:cNvPr id="1640516" name="Rectangle 68">
                <a:extLst>
                  <a:ext uri="{FF2B5EF4-FFF2-40B4-BE49-F238E27FC236}">
                    <a16:creationId xmlns="" xmlns:a16="http://schemas.microsoft.com/office/drawing/2014/main" id="{B86AADCD-0E59-76CA-937A-FDCC03BBF8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05" y="1409"/>
                <a:ext cx="30" cy="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ko-KR" altLang="en-US" sz="600">
                    <a:latin typeface="Arial" panose="020B0604020202020204" pitchFamily="34" charset="0"/>
                    <a:ea typeface="굴림" panose="020B0503020000020004" pitchFamily="34" charset="-127"/>
                  </a:rPr>
                  <a:t>5</a:t>
                </a:r>
                <a:endParaRPr lang="ko-KR" altLang="en-US">
                  <a:ea typeface="굴림" panose="020B0503020000020004" pitchFamily="34" charset="-127"/>
                </a:endParaRPr>
              </a:p>
            </p:txBody>
          </p:sp>
          <p:sp>
            <p:nvSpPr>
              <p:cNvPr id="1640517" name="Rectangle 69">
                <a:extLst>
                  <a:ext uri="{FF2B5EF4-FFF2-40B4-BE49-F238E27FC236}">
                    <a16:creationId xmlns="" xmlns:a16="http://schemas.microsoft.com/office/drawing/2014/main" id="{A99474FC-15D5-A23C-8016-90E5F5E3CE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05" y="1310"/>
                <a:ext cx="30" cy="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ko-KR" altLang="en-US" sz="600">
                    <a:latin typeface="Arial" panose="020B0604020202020204" pitchFamily="34" charset="0"/>
                    <a:ea typeface="굴림" panose="020B0503020000020004" pitchFamily="34" charset="-127"/>
                  </a:rPr>
                  <a:t>6</a:t>
                </a:r>
                <a:endParaRPr lang="ko-KR" altLang="en-US">
                  <a:ea typeface="굴림" panose="020B0503020000020004" pitchFamily="34" charset="-127"/>
                </a:endParaRPr>
              </a:p>
            </p:txBody>
          </p:sp>
          <p:sp>
            <p:nvSpPr>
              <p:cNvPr id="1640518" name="Rectangle 70">
                <a:extLst>
                  <a:ext uri="{FF2B5EF4-FFF2-40B4-BE49-F238E27FC236}">
                    <a16:creationId xmlns="" xmlns:a16="http://schemas.microsoft.com/office/drawing/2014/main" id="{62E3EFC7-3779-9C6F-2A66-B352F43C44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05" y="1214"/>
                <a:ext cx="30" cy="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ko-KR" altLang="en-US" sz="600">
                    <a:latin typeface="Arial" panose="020B0604020202020204" pitchFamily="34" charset="0"/>
                    <a:ea typeface="굴림" panose="020B0503020000020004" pitchFamily="34" charset="-127"/>
                  </a:rPr>
                  <a:t>7</a:t>
                </a:r>
                <a:endParaRPr lang="ko-KR" altLang="en-US">
                  <a:ea typeface="굴림" panose="020B0503020000020004" pitchFamily="34" charset="-127"/>
                </a:endParaRPr>
              </a:p>
            </p:txBody>
          </p:sp>
          <p:sp>
            <p:nvSpPr>
              <p:cNvPr id="1640519" name="Rectangle 71">
                <a:extLst>
                  <a:ext uri="{FF2B5EF4-FFF2-40B4-BE49-F238E27FC236}">
                    <a16:creationId xmlns="" xmlns:a16="http://schemas.microsoft.com/office/drawing/2014/main" id="{7946072A-5F1C-7140-906D-521EF1F1BCB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05" y="1116"/>
                <a:ext cx="30" cy="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ko-KR" altLang="en-US" sz="600">
                    <a:latin typeface="Arial" panose="020B0604020202020204" pitchFamily="34" charset="0"/>
                    <a:ea typeface="굴림" panose="020B0503020000020004" pitchFamily="34" charset="-127"/>
                  </a:rPr>
                  <a:t>8</a:t>
                </a:r>
                <a:endParaRPr lang="ko-KR" altLang="en-US">
                  <a:ea typeface="굴림" panose="020B0503020000020004" pitchFamily="34" charset="-127"/>
                </a:endParaRPr>
              </a:p>
            </p:txBody>
          </p:sp>
          <p:sp>
            <p:nvSpPr>
              <p:cNvPr id="1640520" name="Rectangle 72">
                <a:extLst>
                  <a:ext uri="{FF2B5EF4-FFF2-40B4-BE49-F238E27FC236}">
                    <a16:creationId xmlns="" xmlns:a16="http://schemas.microsoft.com/office/drawing/2014/main" id="{5753AF2F-5553-FE65-80AD-BE3958625D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05" y="1019"/>
                <a:ext cx="30" cy="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ko-KR" altLang="en-US" sz="600">
                    <a:latin typeface="Arial" panose="020B0604020202020204" pitchFamily="34" charset="0"/>
                    <a:ea typeface="굴림" panose="020B0503020000020004" pitchFamily="34" charset="-127"/>
                  </a:rPr>
                  <a:t>9</a:t>
                </a:r>
                <a:endParaRPr lang="ko-KR" altLang="en-US">
                  <a:ea typeface="굴림" panose="020B0503020000020004" pitchFamily="34" charset="-127"/>
                </a:endParaRPr>
              </a:p>
            </p:txBody>
          </p:sp>
          <p:sp>
            <p:nvSpPr>
              <p:cNvPr id="1640521" name="Rectangle 73">
                <a:extLst>
                  <a:ext uri="{FF2B5EF4-FFF2-40B4-BE49-F238E27FC236}">
                    <a16:creationId xmlns="" xmlns:a16="http://schemas.microsoft.com/office/drawing/2014/main" id="{A16A4173-9081-CEFF-BA29-A33C12DE434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79" y="920"/>
                <a:ext cx="61" cy="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ko-KR" altLang="en-US" sz="600">
                    <a:latin typeface="Arial" panose="020B0604020202020204" pitchFamily="34" charset="0"/>
                    <a:ea typeface="굴림" panose="020B0503020000020004" pitchFamily="34" charset="-127"/>
                  </a:rPr>
                  <a:t>10</a:t>
                </a:r>
                <a:endParaRPr lang="ko-KR" altLang="en-US">
                  <a:ea typeface="굴림" panose="020B0503020000020004" pitchFamily="34" charset="-127"/>
                </a:endParaRPr>
              </a:p>
            </p:txBody>
          </p:sp>
          <p:sp>
            <p:nvSpPr>
              <p:cNvPr id="1640522" name="Rectangle 74">
                <a:extLst>
                  <a:ext uri="{FF2B5EF4-FFF2-40B4-BE49-F238E27FC236}">
                    <a16:creationId xmlns="" xmlns:a16="http://schemas.microsoft.com/office/drawing/2014/main" id="{A5AEAF88-A6F7-D9B7-9B95-D1B29967C56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49" y="1962"/>
                <a:ext cx="30" cy="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ko-KR" altLang="en-US" sz="600">
                    <a:latin typeface="Arial" panose="020B0604020202020204" pitchFamily="34" charset="0"/>
                    <a:ea typeface="굴림" panose="020B0503020000020004" pitchFamily="34" charset="-127"/>
                  </a:rPr>
                  <a:t>0</a:t>
                </a:r>
                <a:endParaRPr lang="ko-KR" altLang="en-US">
                  <a:ea typeface="굴림" panose="020B0503020000020004" pitchFamily="34" charset="-127"/>
                </a:endParaRPr>
              </a:p>
            </p:txBody>
          </p:sp>
          <p:sp>
            <p:nvSpPr>
              <p:cNvPr id="1640523" name="Rectangle 75">
                <a:extLst>
                  <a:ext uri="{FF2B5EF4-FFF2-40B4-BE49-F238E27FC236}">
                    <a16:creationId xmlns="" xmlns:a16="http://schemas.microsoft.com/office/drawing/2014/main" id="{22DF1343-72F3-92E1-8AE2-B2A1E7BD8E8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68" y="1962"/>
                <a:ext cx="31" cy="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ko-KR" altLang="en-US" sz="600">
                    <a:latin typeface="Arial" panose="020B0604020202020204" pitchFamily="34" charset="0"/>
                    <a:ea typeface="굴림" panose="020B0503020000020004" pitchFamily="34" charset="-127"/>
                  </a:rPr>
                  <a:t>1</a:t>
                </a:r>
                <a:endParaRPr lang="ko-KR" altLang="en-US">
                  <a:ea typeface="굴림" panose="020B0503020000020004" pitchFamily="34" charset="-127"/>
                </a:endParaRPr>
              </a:p>
            </p:txBody>
          </p:sp>
          <p:sp>
            <p:nvSpPr>
              <p:cNvPr id="1640524" name="Rectangle 76">
                <a:extLst>
                  <a:ext uri="{FF2B5EF4-FFF2-40B4-BE49-F238E27FC236}">
                    <a16:creationId xmlns="" xmlns:a16="http://schemas.microsoft.com/office/drawing/2014/main" id="{3EF82A4B-1E19-8F13-71E3-2BED024ACA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90" y="1962"/>
                <a:ext cx="31" cy="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ko-KR" altLang="en-US" sz="600">
                    <a:latin typeface="Arial" panose="020B0604020202020204" pitchFamily="34" charset="0"/>
                    <a:ea typeface="굴림" panose="020B0503020000020004" pitchFamily="34" charset="-127"/>
                  </a:rPr>
                  <a:t>2</a:t>
                </a:r>
                <a:endParaRPr lang="ko-KR" altLang="en-US">
                  <a:ea typeface="굴림" panose="020B0503020000020004" pitchFamily="34" charset="-127"/>
                </a:endParaRPr>
              </a:p>
            </p:txBody>
          </p:sp>
          <p:sp>
            <p:nvSpPr>
              <p:cNvPr id="1640525" name="Rectangle 77">
                <a:extLst>
                  <a:ext uri="{FF2B5EF4-FFF2-40B4-BE49-F238E27FC236}">
                    <a16:creationId xmlns="" xmlns:a16="http://schemas.microsoft.com/office/drawing/2014/main" id="{F4BC53B9-882B-4FFD-1508-6ACA99E2784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07" y="1962"/>
                <a:ext cx="30" cy="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ko-KR" altLang="en-US" sz="600">
                    <a:latin typeface="Arial" panose="020B0604020202020204" pitchFamily="34" charset="0"/>
                    <a:ea typeface="굴림" panose="020B0503020000020004" pitchFamily="34" charset="-127"/>
                  </a:rPr>
                  <a:t>3</a:t>
                </a:r>
                <a:endParaRPr lang="ko-KR" altLang="en-US">
                  <a:ea typeface="굴림" panose="020B0503020000020004" pitchFamily="34" charset="-127"/>
                </a:endParaRPr>
              </a:p>
            </p:txBody>
          </p:sp>
          <p:sp>
            <p:nvSpPr>
              <p:cNvPr id="1640526" name="Rectangle 78">
                <a:extLst>
                  <a:ext uri="{FF2B5EF4-FFF2-40B4-BE49-F238E27FC236}">
                    <a16:creationId xmlns="" xmlns:a16="http://schemas.microsoft.com/office/drawing/2014/main" id="{B471C230-8B7E-1B6D-C0E0-E073928A216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26" y="1962"/>
                <a:ext cx="31" cy="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ko-KR" altLang="en-US" sz="600">
                    <a:latin typeface="Arial" panose="020B0604020202020204" pitchFamily="34" charset="0"/>
                    <a:ea typeface="굴림" panose="020B0503020000020004" pitchFamily="34" charset="-127"/>
                  </a:rPr>
                  <a:t>4</a:t>
                </a:r>
                <a:endParaRPr lang="ko-KR" altLang="en-US">
                  <a:ea typeface="굴림" panose="020B0503020000020004" pitchFamily="34" charset="-127"/>
                </a:endParaRPr>
              </a:p>
            </p:txBody>
          </p:sp>
          <p:sp>
            <p:nvSpPr>
              <p:cNvPr id="1640527" name="Rectangle 79">
                <a:extLst>
                  <a:ext uri="{FF2B5EF4-FFF2-40B4-BE49-F238E27FC236}">
                    <a16:creationId xmlns="" xmlns:a16="http://schemas.microsoft.com/office/drawing/2014/main" id="{8089EF45-D673-206A-922A-4003961A185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8" y="1962"/>
                <a:ext cx="31" cy="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ko-KR" altLang="en-US" sz="600">
                    <a:latin typeface="Arial" panose="020B0604020202020204" pitchFamily="34" charset="0"/>
                    <a:ea typeface="굴림" panose="020B0503020000020004" pitchFamily="34" charset="-127"/>
                  </a:rPr>
                  <a:t>5</a:t>
                </a:r>
                <a:endParaRPr lang="ko-KR" altLang="en-US">
                  <a:ea typeface="굴림" panose="020B0503020000020004" pitchFamily="34" charset="-127"/>
                </a:endParaRPr>
              </a:p>
            </p:txBody>
          </p:sp>
          <p:sp>
            <p:nvSpPr>
              <p:cNvPr id="1640528" name="Rectangle 80">
                <a:extLst>
                  <a:ext uri="{FF2B5EF4-FFF2-40B4-BE49-F238E27FC236}">
                    <a16:creationId xmlns="" xmlns:a16="http://schemas.microsoft.com/office/drawing/2014/main" id="{E3B3C468-4CA6-1DFD-675B-2695E28F862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69" y="1962"/>
                <a:ext cx="30" cy="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ko-KR" altLang="en-US" sz="600">
                    <a:latin typeface="Arial" panose="020B0604020202020204" pitchFamily="34" charset="0"/>
                    <a:ea typeface="굴림" panose="020B0503020000020004" pitchFamily="34" charset="-127"/>
                  </a:rPr>
                  <a:t>6</a:t>
                </a:r>
                <a:endParaRPr lang="ko-KR" altLang="en-US">
                  <a:ea typeface="굴림" panose="020B0503020000020004" pitchFamily="34" charset="-127"/>
                </a:endParaRPr>
              </a:p>
            </p:txBody>
          </p:sp>
          <p:sp>
            <p:nvSpPr>
              <p:cNvPr id="1640529" name="Rectangle 81">
                <a:extLst>
                  <a:ext uri="{FF2B5EF4-FFF2-40B4-BE49-F238E27FC236}">
                    <a16:creationId xmlns="" xmlns:a16="http://schemas.microsoft.com/office/drawing/2014/main" id="{F75810C6-A9C7-C3F1-B65F-6E61D128F1A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89" y="1962"/>
                <a:ext cx="30" cy="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ko-KR" altLang="en-US" sz="600">
                    <a:latin typeface="Arial" panose="020B0604020202020204" pitchFamily="34" charset="0"/>
                    <a:ea typeface="굴림" panose="020B0503020000020004" pitchFamily="34" charset="-127"/>
                  </a:rPr>
                  <a:t>7</a:t>
                </a:r>
                <a:endParaRPr lang="ko-KR" altLang="en-US">
                  <a:ea typeface="굴림" panose="020B0503020000020004" pitchFamily="34" charset="-127"/>
                </a:endParaRPr>
              </a:p>
            </p:txBody>
          </p:sp>
          <p:sp>
            <p:nvSpPr>
              <p:cNvPr id="1640530" name="Rectangle 82">
                <a:extLst>
                  <a:ext uri="{FF2B5EF4-FFF2-40B4-BE49-F238E27FC236}">
                    <a16:creationId xmlns="" xmlns:a16="http://schemas.microsoft.com/office/drawing/2014/main" id="{40A8CA4C-A504-5741-11D4-CC5A4E636A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06" y="1962"/>
                <a:ext cx="31" cy="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ko-KR" altLang="en-US" sz="600">
                    <a:latin typeface="Arial" panose="020B0604020202020204" pitchFamily="34" charset="0"/>
                    <a:ea typeface="굴림" panose="020B0503020000020004" pitchFamily="34" charset="-127"/>
                  </a:rPr>
                  <a:t>8</a:t>
                </a:r>
                <a:endParaRPr lang="ko-KR" altLang="en-US">
                  <a:ea typeface="굴림" panose="020B0503020000020004" pitchFamily="34" charset="-127"/>
                </a:endParaRPr>
              </a:p>
            </p:txBody>
          </p:sp>
          <p:sp>
            <p:nvSpPr>
              <p:cNvPr id="1640531" name="Rectangle 83">
                <a:extLst>
                  <a:ext uri="{FF2B5EF4-FFF2-40B4-BE49-F238E27FC236}">
                    <a16:creationId xmlns="" xmlns:a16="http://schemas.microsoft.com/office/drawing/2014/main" id="{78A822E9-6E14-B353-FE44-7BF2717E1C7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27" y="1962"/>
                <a:ext cx="30" cy="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ko-KR" altLang="en-US" sz="600">
                    <a:latin typeface="Arial" panose="020B0604020202020204" pitchFamily="34" charset="0"/>
                    <a:ea typeface="굴림" panose="020B0503020000020004" pitchFamily="34" charset="-127"/>
                  </a:rPr>
                  <a:t>9</a:t>
                </a:r>
                <a:endParaRPr lang="ko-KR" altLang="en-US">
                  <a:ea typeface="굴림" panose="020B0503020000020004" pitchFamily="34" charset="-127"/>
                </a:endParaRPr>
              </a:p>
            </p:txBody>
          </p:sp>
          <p:sp>
            <p:nvSpPr>
              <p:cNvPr id="1640532" name="Rectangle 84">
                <a:extLst>
                  <a:ext uri="{FF2B5EF4-FFF2-40B4-BE49-F238E27FC236}">
                    <a16:creationId xmlns="" xmlns:a16="http://schemas.microsoft.com/office/drawing/2014/main" id="{F43F5DF4-D1F3-1115-7A06-FD6FBA416CC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35" y="1962"/>
                <a:ext cx="61" cy="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ko-KR" altLang="en-US" sz="600">
                    <a:latin typeface="Arial" panose="020B0604020202020204" pitchFamily="34" charset="0"/>
                    <a:ea typeface="굴림" panose="020B0503020000020004" pitchFamily="34" charset="-127"/>
                  </a:rPr>
                  <a:t>10</a:t>
                </a:r>
                <a:endParaRPr lang="ko-KR" altLang="en-US">
                  <a:ea typeface="굴림" panose="020B0503020000020004" pitchFamily="34" charset="-127"/>
                </a:endParaRPr>
              </a:p>
            </p:txBody>
          </p:sp>
          <p:sp>
            <p:nvSpPr>
              <p:cNvPr id="1640533" name="Rectangle 85">
                <a:extLst>
                  <a:ext uri="{FF2B5EF4-FFF2-40B4-BE49-F238E27FC236}">
                    <a16:creationId xmlns="" xmlns:a16="http://schemas.microsoft.com/office/drawing/2014/main" id="{FBBFAD6D-7823-40CB-059F-51CFA85256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28" y="864"/>
                <a:ext cx="1396" cy="1208"/>
              </a:xfrm>
              <a:prstGeom prst="rect">
                <a:avLst/>
              </a:prstGeom>
              <a:noFill/>
              <a:ln w="0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</p:grpSp>
        <p:grpSp>
          <p:nvGrpSpPr>
            <p:cNvPr id="1640534" name="Group 86">
              <a:extLst>
                <a:ext uri="{FF2B5EF4-FFF2-40B4-BE49-F238E27FC236}">
                  <a16:creationId xmlns="" xmlns:a16="http://schemas.microsoft.com/office/drawing/2014/main" id="{BC7FD798-B835-AC36-0EC8-05D2A75C843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408" y="3072"/>
              <a:ext cx="1248" cy="1112"/>
              <a:chOff x="3616" y="2464"/>
              <a:chExt cx="1396" cy="1208"/>
            </a:xfrm>
          </p:grpSpPr>
          <p:sp>
            <p:nvSpPr>
              <p:cNvPr id="1640535" name="Rectangle 87">
                <a:extLst>
                  <a:ext uri="{FF2B5EF4-FFF2-40B4-BE49-F238E27FC236}">
                    <a16:creationId xmlns="" xmlns:a16="http://schemas.microsoft.com/office/drawing/2014/main" id="{2D78CECE-21E8-16A5-BA3B-0D4CEAB2C83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16" y="2464"/>
                <a:ext cx="1396" cy="1208"/>
              </a:xfrm>
              <a:prstGeom prst="rect">
                <a:avLst/>
              </a:prstGeom>
              <a:solidFill>
                <a:srgbClr val="FFFFFF"/>
              </a:solidFill>
              <a:ln w="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640536" name="Rectangle 88">
                <a:extLst>
                  <a:ext uri="{FF2B5EF4-FFF2-40B4-BE49-F238E27FC236}">
                    <a16:creationId xmlns="" xmlns:a16="http://schemas.microsoft.com/office/drawing/2014/main" id="{46F8D722-2A40-3371-42A8-E1FB4652C7C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49" y="2550"/>
                <a:ext cx="1198" cy="975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640537" name="Line 89">
                <a:extLst>
                  <a:ext uri="{FF2B5EF4-FFF2-40B4-BE49-F238E27FC236}">
                    <a16:creationId xmlns="" xmlns:a16="http://schemas.microsoft.com/office/drawing/2014/main" id="{412C15E2-D48E-1661-A572-3DEEE33E474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49" y="3428"/>
                <a:ext cx="1198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640538" name="Line 90">
                <a:extLst>
                  <a:ext uri="{FF2B5EF4-FFF2-40B4-BE49-F238E27FC236}">
                    <a16:creationId xmlns="" xmlns:a16="http://schemas.microsoft.com/office/drawing/2014/main" id="{EB11F68A-7986-ACCC-030E-F2B42BCE080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49" y="3330"/>
                <a:ext cx="1198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640539" name="Line 91">
                <a:extLst>
                  <a:ext uri="{FF2B5EF4-FFF2-40B4-BE49-F238E27FC236}">
                    <a16:creationId xmlns="" xmlns:a16="http://schemas.microsoft.com/office/drawing/2014/main" id="{5F926F77-63C5-CED4-DEC0-CD0EBD1AA4B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49" y="3233"/>
                <a:ext cx="1198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640540" name="Line 92">
                <a:extLst>
                  <a:ext uri="{FF2B5EF4-FFF2-40B4-BE49-F238E27FC236}">
                    <a16:creationId xmlns="" xmlns:a16="http://schemas.microsoft.com/office/drawing/2014/main" id="{C4A86F82-8F33-253C-06AA-1506FF50B56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49" y="3135"/>
                <a:ext cx="1198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640541" name="Line 93">
                <a:extLst>
                  <a:ext uri="{FF2B5EF4-FFF2-40B4-BE49-F238E27FC236}">
                    <a16:creationId xmlns="" xmlns:a16="http://schemas.microsoft.com/office/drawing/2014/main" id="{4748C46F-3930-DB0D-7C8B-D04754BA0C8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49" y="3037"/>
                <a:ext cx="1198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640542" name="Line 94">
                <a:extLst>
                  <a:ext uri="{FF2B5EF4-FFF2-40B4-BE49-F238E27FC236}">
                    <a16:creationId xmlns="" xmlns:a16="http://schemas.microsoft.com/office/drawing/2014/main" id="{6B0B2378-E4E8-8A23-FC72-6028EF9753E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49" y="2940"/>
                <a:ext cx="1198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640543" name="Line 95">
                <a:extLst>
                  <a:ext uri="{FF2B5EF4-FFF2-40B4-BE49-F238E27FC236}">
                    <a16:creationId xmlns="" xmlns:a16="http://schemas.microsoft.com/office/drawing/2014/main" id="{798B4831-7D9C-9E3C-8CF8-D4879E63983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49" y="2842"/>
                <a:ext cx="1198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640544" name="Line 96">
                <a:extLst>
                  <a:ext uri="{FF2B5EF4-FFF2-40B4-BE49-F238E27FC236}">
                    <a16:creationId xmlns="" xmlns:a16="http://schemas.microsoft.com/office/drawing/2014/main" id="{3CDC319C-3529-2B2D-5759-157550A213E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49" y="2745"/>
                <a:ext cx="1198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640545" name="Line 97">
                <a:extLst>
                  <a:ext uri="{FF2B5EF4-FFF2-40B4-BE49-F238E27FC236}">
                    <a16:creationId xmlns="" xmlns:a16="http://schemas.microsoft.com/office/drawing/2014/main" id="{A37EA804-98AE-7F9D-1CAB-7B900E7AA4B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49" y="2647"/>
                <a:ext cx="1198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640546" name="Line 98">
                <a:extLst>
                  <a:ext uri="{FF2B5EF4-FFF2-40B4-BE49-F238E27FC236}">
                    <a16:creationId xmlns="" xmlns:a16="http://schemas.microsoft.com/office/drawing/2014/main" id="{7B656883-1A7B-C19C-3EE4-C321FF84ACE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49" y="2550"/>
                <a:ext cx="1198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640547" name="Line 99">
                <a:extLst>
                  <a:ext uri="{FF2B5EF4-FFF2-40B4-BE49-F238E27FC236}">
                    <a16:creationId xmlns="" xmlns:a16="http://schemas.microsoft.com/office/drawing/2014/main" id="{47CF0BE4-84E3-C207-D15F-51842D4F45E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69" y="2550"/>
                <a:ext cx="1" cy="975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640548" name="Line 100">
                <a:extLst>
                  <a:ext uri="{FF2B5EF4-FFF2-40B4-BE49-F238E27FC236}">
                    <a16:creationId xmlns="" xmlns:a16="http://schemas.microsoft.com/office/drawing/2014/main" id="{68797469-03A1-E5E9-C64C-40654E375EB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90" y="2550"/>
                <a:ext cx="1" cy="975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640549" name="Line 101">
                <a:extLst>
                  <a:ext uri="{FF2B5EF4-FFF2-40B4-BE49-F238E27FC236}">
                    <a16:creationId xmlns="" xmlns:a16="http://schemas.microsoft.com/office/drawing/2014/main" id="{29F819CD-A9E6-79C6-7D74-B5E75C0B611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107" y="2550"/>
                <a:ext cx="1" cy="975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640550" name="Line 102">
                <a:extLst>
                  <a:ext uri="{FF2B5EF4-FFF2-40B4-BE49-F238E27FC236}">
                    <a16:creationId xmlns="" xmlns:a16="http://schemas.microsoft.com/office/drawing/2014/main" id="{98103364-DF86-92E3-53BF-22BC207EF0D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27" y="2550"/>
                <a:ext cx="1" cy="975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640551" name="Line 103">
                <a:extLst>
                  <a:ext uri="{FF2B5EF4-FFF2-40B4-BE49-F238E27FC236}">
                    <a16:creationId xmlns="" xmlns:a16="http://schemas.microsoft.com/office/drawing/2014/main" id="{4E17F193-FF0D-9DDC-720B-FDA5B8D4D2D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48" y="2550"/>
                <a:ext cx="1" cy="975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640552" name="Line 104">
                <a:extLst>
                  <a:ext uri="{FF2B5EF4-FFF2-40B4-BE49-F238E27FC236}">
                    <a16:creationId xmlns="" xmlns:a16="http://schemas.microsoft.com/office/drawing/2014/main" id="{EF755FA4-B97C-500A-5181-193E403B4FF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69" y="2550"/>
                <a:ext cx="1" cy="975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640553" name="Line 105">
                <a:extLst>
                  <a:ext uri="{FF2B5EF4-FFF2-40B4-BE49-F238E27FC236}">
                    <a16:creationId xmlns="" xmlns:a16="http://schemas.microsoft.com/office/drawing/2014/main" id="{707EC3D3-D404-75E0-513D-05EA3A33D6E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589" y="2550"/>
                <a:ext cx="1" cy="975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640554" name="Line 106">
                <a:extLst>
                  <a:ext uri="{FF2B5EF4-FFF2-40B4-BE49-F238E27FC236}">
                    <a16:creationId xmlns="" xmlns:a16="http://schemas.microsoft.com/office/drawing/2014/main" id="{C2E44A3E-4378-1FAF-64E7-FF5FE12CE92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06" y="2550"/>
                <a:ext cx="1" cy="975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640555" name="Line 107">
                <a:extLst>
                  <a:ext uri="{FF2B5EF4-FFF2-40B4-BE49-F238E27FC236}">
                    <a16:creationId xmlns="" xmlns:a16="http://schemas.microsoft.com/office/drawing/2014/main" id="{E6FA42BE-2A23-08E2-BC3C-8C68E6178E5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27" y="2550"/>
                <a:ext cx="1" cy="975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640556" name="Line 108">
                <a:extLst>
                  <a:ext uri="{FF2B5EF4-FFF2-40B4-BE49-F238E27FC236}">
                    <a16:creationId xmlns="" xmlns:a16="http://schemas.microsoft.com/office/drawing/2014/main" id="{A74BDE14-55B4-87F9-D7C9-10F96E651A9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947" y="2550"/>
                <a:ext cx="1" cy="975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640557" name="Rectangle 109">
                <a:extLst>
                  <a:ext uri="{FF2B5EF4-FFF2-40B4-BE49-F238E27FC236}">
                    <a16:creationId xmlns="" xmlns:a16="http://schemas.microsoft.com/office/drawing/2014/main" id="{AA67D9A3-B1AA-3A4B-E25B-8BE571FAEB3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49" y="2550"/>
                <a:ext cx="1198" cy="975"/>
              </a:xfrm>
              <a:prstGeom prst="rect">
                <a:avLst/>
              </a:prstGeom>
              <a:noFill/>
              <a:ln w="6350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640558" name="Line 110">
                <a:extLst>
                  <a:ext uri="{FF2B5EF4-FFF2-40B4-BE49-F238E27FC236}">
                    <a16:creationId xmlns="" xmlns:a16="http://schemas.microsoft.com/office/drawing/2014/main" id="{D40392EC-BAA0-7CEE-74F6-30C1F743BED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49" y="2550"/>
                <a:ext cx="1" cy="975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640559" name="Line 111">
                <a:extLst>
                  <a:ext uri="{FF2B5EF4-FFF2-40B4-BE49-F238E27FC236}">
                    <a16:creationId xmlns="" xmlns:a16="http://schemas.microsoft.com/office/drawing/2014/main" id="{57C05CF9-06D7-39D2-CBD0-C64F5C2B5D7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37" y="3525"/>
                <a:ext cx="12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640560" name="Line 112">
                <a:extLst>
                  <a:ext uri="{FF2B5EF4-FFF2-40B4-BE49-F238E27FC236}">
                    <a16:creationId xmlns="" xmlns:a16="http://schemas.microsoft.com/office/drawing/2014/main" id="{324F5D33-C8B9-899E-4810-12D88C4BBDE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37" y="3428"/>
                <a:ext cx="12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640561" name="Line 113">
                <a:extLst>
                  <a:ext uri="{FF2B5EF4-FFF2-40B4-BE49-F238E27FC236}">
                    <a16:creationId xmlns="" xmlns:a16="http://schemas.microsoft.com/office/drawing/2014/main" id="{A99038F4-6077-25DF-BA04-CAF4849C1DC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37" y="3330"/>
                <a:ext cx="12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640562" name="Line 114">
                <a:extLst>
                  <a:ext uri="{FF2B5EF4-FFF2-40B4-BE49-F238E27FC236}">
                    <a16:creationId xmlns="" xmlns:a16="http://schemas.microsoft.com/office/drawing/2014/main" id="{67E6B010-239C-442E-9DA0-A41140A449E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37" y="3233"/>
                <a:ext cx="12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640563" name="Line 115">
                <a:extLst>
                  <a:ext uri="{FF2B5EF4-FFF2-40B4-BE49-F238E27FC236}">
                    <a16:creationId xmlns="" xmlns:a16="http://schemas.microsoft.com/office/drawing/2014/main" id="{31BE3982-29F6-79FF-75A2-3678016F358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37" y="3135"/>
                <a:ext cx="12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640564" name="Line 116">
                <a:extLst>
                  <a:ext uri="{FF2B5EF4-FFF2-40B4-BE49-F238E27FC236}">
                    <a16:creationId xmlns="" xmlns:a16="http://schemas.microsoft.com/office/drawing/2014/main" id="{A0048B8C-BA52-748C-5630-D0398764803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37" y="3037"/>
                <a:ext cx="12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640565" name="Line 117">
                <a:extLst>
                  <a:ext uri="{FF2B5EF4-FFF2-40B4-BE49-F238E27FC236}">
                    <a16:creationId xmlns="" xmlns:a16="http://schemas.microsoft.com/office/drawing/2014/main" id="{979061AC-7207-E7B5-B9CC-A2B7D9D576D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37" y="2940"/>
                <a:ext cx="12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640566" name="Line 118">
                <a:extLst>
                  <a:ext uri="{FF2B5EF4-FFF2-40B4-BE49-F238E27FC236}">
                    <a16:creationId xmlns="" xmlns:a16="http://schemas.microsoft.com/office/drawing/2014/main" id="{CEF795C2-709F-6265-1EEE-52F7D80A0BC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37" y="2842"/>
                <a:ext cx="12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640567" name="Line 119">
                <a:extLst>
                  <a:ext uri="{FF2B5EF4-FFF2-40B4-BE49-F238E27FC236}">
                    <a16:creationId xmlns="" xmlns:a16="http://schemas.microsoft.com/office/drawing/2014/main" id="{12FB3C60-22BA-887D-2AF8-05221805F74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37" y="2745"/>
                <a:ext cx="12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640568" name="Line 120">
                <a:extLst>
                  <a:ext uri="{FF2B5EF4-FFF2-40B4-BE49-F238E27FC236}">
                    <a16:creationId xmlns="" xmlns:a16="http://schemas.microsoft.com/office/drawing/2014/main" id="{1C761C44-E452-A67B-D4FF-20E73C6D8AC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37" y="2647"/>
                <a:ext cx="12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640569" name="Line 121">
                <a:extLst>
                  <a:ext uri="{FF2B5EF4-FFF2-40B4-BE49-F238E27FC236}">
                    <a16:creationId xmlns="" xmlns:a16="http://schemas.microsoft.com/office/drawing/2014/main" id="{D22B4440-3E8D-4B1A-A36F-7780810BFA1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37" y="2550"/>
                <a:ext cx="12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640570" name="Line 122">
                <a:extLst>
                  <a:ext uri="{FF2B5EF4-FFF2-40B4-BE49-F238E27FC236}">
                    <a16:creationId xmlns="" xmlns:a16="http://schemas.microsoft.com/office/drawing/2014/main" id="{1D73DF6B-9D86-48F2-9F71-9471CB99B24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49" y="3525"/>
                <a:ext cx="1198" cy="1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640571" name="Line 123">
                <a:extLst>
                  <a:ext uri="{FF2B5EF4-FFF2-40B4-BE49-F238E27FC236}">
                    <a16:creationId xmlns="" xmlns:a16="http://schemas.microsoft.com/office/drawing/2014/main" id="{D44A2D67-9327-F015-3FEB-B8FEAEB0866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749" y="3525"/>
                <a:ext cx="1" cy="12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640572" name="Line 124">
                <a:extLst>
                  <a:ext uri="{FF2B5EF4-FFF2-40B4-BE49-F238E27FC236}">
                    <a16:creationId xmlns="" xmlns:a16="http://schemas.microsoft.com/office/drawing/2014/main" id="{BEBB1825-7432-1CB9-35EA-80FA358C23F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869" y="3525"/>
                <a:ext cx="1" cy="12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640573" name="Line 125">
                <a:extLst>
                  <a:ext uri="{FF2B5EF4-FFF2-40B4-BE49-F238E27FC236}">
                    <a16:creationId xmlns="" xmlns:a16="http://schemas.microsoft.com/office/drawing/2014/main" id="{C7DC146A-A9AE-2190-9788-4DB449AAD43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990" y="3525"/>
                <a:ext cx="1" cy="12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640574" name="Line 126">
                <a:extLst>
                  <a:ext uri="{FF2B5EF4-FFF2-40B4-BE49-F238E27FC236}">
                    <a16:creationId xmlns="" xmlns:a16="http://schemas.microsoft.com/office/drawing/2014/main" id="{8BC78BE8-BD17-41FC-6880-3345758DD15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107" y="3525"/>
                <a:ext cx="1" cy="12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640575" name="Line 127">
                <a:extLst>
                  <a:ext uri="{FF2B5EF4-FFF2-40B4-BE49-F238E27FC236}">
                    <a16:creationId xmlns="" xmlns:a16="http://schemas.microsoft.com/office/drawing/2014/main" id="{FEA3C349-DCCA-D0B1-7781-002689B407B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227" y="3525"/>
                <a:ext cx="1" cy="12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640576" name="Line 128">
                <a:extLst>
                  <a:ext uri="{FF2B5EF4-FFF2-40B4-BE49-F238E27FC236}">
                    <a16:creationId xmlns="" xmlns:a16="http://schemas.microsoft.com/office/drawing/2014/main" id="{4CBEDF66-B4FD-0E62-C794-525F65C6F7C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348" y="3525"/>
                <a:ext cx="1" cy="12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640577" name="Line 129">
                <a:extLst>
                  <a:ext uri="{FF2B5EF4-FFF2-40B4-BE49-F238E27FC236}">
                    <a16:creationId xmlns="" xmlns:a16="http://schemas.microsoft.com/office/drawing/2014/main" id="{145F1CD4-BB9D-B414-3EC8-D071E517D11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469" y="3525"/>
                <a:ext cx="1" cy="12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640578" name="Line 130">
                <a:extLst>
                  <a:ext uri="{FF2B5EF4-FFF2-40B4-BE49-F238E27FC236}">
                    <a16:creationId xmlns="" xmlns:a16="http://schemas.microsoft.com/office/drawing/2014/main" id="{4B35EC1E-E606-FD94-1B91-ED770AF98EB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589" y="3525"/>
                <a:ext cx="1" cy="12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640579" name="Line 131">
                <a:extLst>
                  <a:ext uri="{FF2B5EF4-FFF2-40B4-BE49-F238E27FC236}">
                    <a16:creationId xmlns="" xmlns:a16="http://schemas.microsoft.com/office/drawing/2014/main" id="{64B54B04-9525-F71A-16E1-2F23BE7B441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706" y="3525"/>
                <a:ext cx="1" cy="12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640580" name="Line 132">
                <a:extLst>
                  <a:ext uri="{FF2B5EF4-FFF2-40B4-BE49-F238E27FC236}">
                    <a16:creationId xmlns="" xmlns:a16="http://schemas.microsoft.com/office/drawing/2014/main" id="{F3A1A766-F9AE-AF34-5FF9-AB0CA722155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827" y="3525"/>
                <a:ext cx="1" cy="12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640581" name="Line 133">
                <a:extLst>
                  <a:ext uri="{FF2B5EF4-FFF2-40B4-BE49-F238E27FC236}">
                    <a16:creationId xmlns="" xmlns:a16="http://schemas.microsoft.com/office/drawing/2014/main" id="{1B9E5A17-7F16-8939-9267-F6F4C20BFFC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947" y="3525"/>
                <a:ext cx="1" cy="12"/>
              </a:xfrm>
              <a:prstGeom prst="line">
                <a:avLst/>
              </a:pr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640582" name="Freeform 134">
                <a:extLst>
                  <a:ext uri="{FF2B5EF4-FFF2-40B4-BE49-F238E27FC236}">
                    <a16:creationId xmlns="" xmlns:a16="http://schemas.microsoft.com/office/drawing/2014/main" id="{6B6A1A5E-DEF1-96FC-52D5-641E8777697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79" y="3107"/>
                <a:ext cx="56" cy="56"/>
              </a:xfrm>
              <a:custGeom>
                <a:avLst/>
                <a:gdLst>
                  <a:gd name="T0" fmla="*/ 28 w 56"/>
                  <a:gd name="T1" fmla="*/ 0 h 56"/>
                  <a:gd name="T2" fmla="*/ 56 w 56"/>
                  <a:gd name="T3" fmla="*/ 28 h 56"/>
                  <a:gd name="T4" fmla="*/ 28 w 56"/>
                  <a:gd name="T5" fmla="*/ 56 h 56"/>
                  <a:gd name="T6" fmla="*/ 0 w 56"/>
                  <a:gd name="T7" fmla="*/ 28 h 56"/>
                  <a:gd name="T8" fmla="*/ 28 w 56"/>
                  <a:gd name="T9" fmla="*/ 0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6" h="56">
                    <a:moveTo>
                      <a:pt x="28" y="0"/>
                    </a:moveTo>
                    <a:lnTo>
                      <a:pt x="56" y="28"/>
                    </a:lnTo>
                    <a:lnTo>
                      <a:pt x="28" y="56"/>
                    </a:lnTo>
                    <a:lnTo>
                      <a:pt x="0" y="28"/>
                    </a:lnTo>
                    <a:lnTo>
                      <a:pt x="28" y="0"/>
                    </a:lnTo>
                    <a:close/>
                  </a:path>
                </a:pathLst>
              </a:custGeom>
              <a:solidFill>
                <a:srgbClr val="00FFFF"/>
              </a:solidFill>
              <a:ln w="6350">
                <a:solidFill>
                  <a:srgbClr val="00008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640583" name="Freeform 135">
                <a:extLst>
                  <a:ext uri="{FF2B5EF4-FFF2-40B4-BE49-F238E27FC236}">
                    <a16:creationId xmlns="" xmlns:a16="http://schemas.microsoft.com/office/drawing/2014/main" id="{40658752-10C6-EAED-D5CE-88521EB928E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79" y="2911"/>
                <a:ext cx="56" cy="57"/>
              </a:xfrm>
              <a:custGeom>
                <a:avLst/>
                <a:gdLst>
                  <a:gd name="T0" fmla="*/ 28 w 56"/>
                  <a:gd name="T1" fmla="*/ 0 h 57"/>
                  <a:gd name="T2" fmla="*/ 56 w 56"/>
                  <a:gd name="T3" fmla="*/ 29 h 57"/>
                  <a:gd name="T4" fmla="*/ 28 w 56"/>
                  <a:gd name="T5" fmla="*/ 57 h 57"/>
                  <a:gd name="T6" fmla="*/ 0 w 56"/>
                  <a:gd name="T7" fmla="*/ 29 h 57"/>
                  <a:gd name="T8" fmla="*/ 28 w 56"/>
                  <a:gd name="T9" fmla="*/ 0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6" h="57">
                    <a:moveTo>
                      <a:pt x="28" y="0"/>
                    </a:moveTo>
                    <a:lnTo>
                      <a:pt x="56" y="29"/>
                    </a:lnTo>
                    <a:lnTo>
                      <a:pt x="28" y="57"/>
                    </a:lnTo>
                    <a:lnTo>
                      <a:pt x="0" y="29"/>
                    </a:lnTo>
                    <a:lnTo>
                      <a:pt x="28" y="0"/>
                    </a:lnTo>
                    <a:close/>
                  </a:path>
                </a:pathLst>
              </a:custGeom>
              <a:solidFill>
                <a:srgbClr val="00FFFF"/>
              </a:solidFill>
              <a:ln w="6350">
                <a:solidFill>
                  <a:srgbClr val="00008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640584" name="Freeform 136">
                <a:extLst>
                  <a:ext uri="{FF2B5EF4-FFF2-40B4-BE49-F238E27FC236}">
                    <a16:creationId xmlns="" xmlns:a16="http://schemas.microsoft.com/office/drawing/2014/main" id="{09596122-BF31-7327-AD9F-DA82DE4958A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61" y="3204"/>
                <a:ext cx="57" cy="57"/>
              </a:xfrm>
              <a:custGeom>
                <a:avLst/>
                <a:gdLst>
                  <a:gd name="T0" fmla="*/ 28 w 57"/>
                  <a:gd name="T1" fmla="*/ 0 h 57"/>
                  <a:gd name="T2" fmla="*/ 57 w 57"/>
                  <a:gd name="T3" fmla="*/ 29 h 57"/>
                  <a:gd name="T4" fmla="*/ 28 w 57"/>
                  <a:gd name="T5" fmla="*/ 57 h 57"/>
                  <a:gd name="T6" fmla="*/ 0 w 57"/>
                  <a:gd name="T7" fmla="*/ 29 h 57"/>
                  <a:gd name="T8" fmla="*/ 28 w 57"/>
                  <a:gd name="T9" fmla="*/ 0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7" h="57">
                    <a:moveTo>
                      <a:pt x="28" y="0"/>
                    </a:moveTo>
                    <a:lnTo>
                      <a:pt x="57" y="29"/>
                    </a:lnTo>
                    <a:lnTo>
                      <a:pt x="28" y="57"/>
                    </a:lnTo>
                    <a:lnTo>
                      <a:pt x="0" y="29"/>
                    </a:lnTo>
                    <a:lnTo>
                      <a:pt x="28" y="0"/>
                    </a:lnTo>
                    <a:close/>
                  </a:path>
                </a:pathLst>
              </a:custGeom>
              <a:solidFill>
                <a:srgbClr val="000080"/>
              </a:solidFill>
              <a:ln w="6350">
                <a:solidFill>
                  <a:srgbClr val="00008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640585" name="Freeform 137">
                <a:extLst>
                  <a:ext uri="{FF2B5EF4-FFF2-40B4-BE49-F238E27FC236}">
                    <a16:creationId xmlns="" xmlns:a16="http://schemas.microsoft.com/office/drawing/2014/main" id="{F3B0694F-C63F-AF50-B03E-FDB94246BAB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99" y="2814"/>
                <a:ext cx="57" cy="57"/>
              </a:xfrm>
              <a:custGeom>
                <a:avLst/>
                <a:gdLst>
                  <a:gd name="T0" fmla="*/ 28 w 57"/>
                  <a:gd name="T1" fmla="*/ 0 h 57"/>
                  <a:gd name="T2" fmla="*/ 57 w 57"/>
                  <a:gd name="T3" fmla="*/ 28 h 57"/>
                  <a:gd name="T4" fmla="*/ 28 w 57"/>
                  <a:gd name="T5" fmla="*/ 57 h 57"/>
                  <a:gd name="T6" fmla="*/ 0 w 57"/>
                  <a:gd name="T7" fmla="*/ 28 h 57"/>
                  <a:gd name="T8" fmla="*/ 28 w 57"/>
                  <a:gd name="T9" fmla="*/ 0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7" h="57">
                    <a:moveTo>
                      <a:pt x="28" y="0"/>
                    </a:moveTo>
                    <a:lnTo>
                      <a:pt x="57" y="28"/>
                    </a:lnTo>
                    <a:lnTo>
                      <a:pt x="28" y="57"/>
                    </a:lnTo>
                    <a:lnTo>
                      <a:pt x="0" y="28"/>
                    </a:lnTo>
                    <a:lnTo>
                      <a:pt x="28" y="0"/>
                    </a:lnTo>
                    <a:close/>
                  </a:path>
                </a:pathLst>
              </a:custGeom>
              <a:solidFill>
                <a:srgbClr val="00FFFF"/>
              </a:solidFill>
              <a:ln w="6350">
                <a:solidFill>
                  <a:srgbClr val="00008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640586" name="Freeform 138">
                <a:extLst>
                  <a:ext uri="{FF2B5EF4-FFF2-40B4-BE49-F238E27FC236}">
                    <a16:creationId xmlns="" xmlns:a16="http://schemas.microsoft.com/office/drawing/2014/main" id="{8701F8EA-0C49-16A7-5000-46DB9356A33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79" y="2716"/>
                <a:ext cx="56" cy="57"/>
              </a:xfrm>
              <a:custGeom>
                <a:avLst/>
                <a:gdLst>
                  <a:gd name="T0" fmla="*/ 28 w 56"/>
                  <a:gd name="T1" fmla="*/ 0 h 57"/>
                  <a:gd name="T2" fmla="*/ 56 w 56"/>
                  <a:gd name="T3" fmla="*/ 29 h 57"/>
                  <a:gd name="T4" fmla="*/ 28 w 56"/>
                  <a:gd name="T5" fmla="*/ 57 h 57"/>
                  <a:gd name="T6" fmla="*/ 0 w 56"/>
                  <a:gd name="T7" fmla="*/ 29 h 57"/>
                  <a:gd name="T8" fmla="*/ 28 w 56"/>
                  <a:gd name="T9" fmla="*/ 0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6" h="57">
                    <a:moveTo>
                      <a:pt x="28" y="0"/>
                    </a:moveTo>
                    <a:lnTo>
                      <a:pt x="56" y="29"/>
                    </a:lnTo>
                    <a:lnTo>
                      <a:pt x="28" y="57"/>
                    </a:lnTo>
                    <a:lnTo>
                      <a:pt x="0" y="29"/>
                    </a:lnTo>
                    <a:lnTo>
                      <a:pt x="28" y="0"/>
                    </a:lnTo>
                    <a:close/>
                  </a:path>
                </a:pathLst>
              </a:custGeom>
              <a:solidFill>
                <a:srgbClr val="00FFFF"/>
              </a:solidFill>
              <a:ln w="6350">
                <a:solidFill>
                  <a:srgbClr val="00008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640587" name="Freeform 139">
                <a:extLst>
                  <a:ext uri="{FF2B5EF4-FFF2-40B4-BE49-F238E27FC236}">
                    <a16:creationId xmlns="" xmlns:a16="http://schemas.microsoft.com/office/drawing/2014/main" id="{BBADDE6F-3264-1D0F-2FE4-EE7D08A3D78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78" y="3009"/>
                <a:ext cx="56" cy="57"/>
              </a:xfrm>
              <a:custGeom>
                <a:avLst/>
                <a:gdLst>
                  <a:gd name="T0" fmla="*/ 28 w 56"/>
                  <a:gd name="T1" fmla="*/ 0 h 57"/>
                  <a:gd name="T2" fmla="*/ 56 w 56"/>
                  <a:gd name="T3" fmla="*/ 28 h 57"/>
                  <a:gd name="T4" fmla="*/ 28 w 56"/>
                  <a:gd name="T5" fmla="*/ 57 h 57"/>
                  <a:gd name="T6" fmla="*/ 0 w 56"/>
                  <a:gd name="T7" fmla="*/ 28 h 57"/>
                  <a:gd name="T8" fmla="*/ 28 w 56"/>
                  <a:gd name="T9" fmla="*/ 0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6" h="57">
                    <a:moveTo>
                      <a:pt x="28" y="0"/>
                    </a:moveTo>
                    <a:lnTo>
                      <a:pt x="56" y="28"/>
                    </a:lnTo>
                    <a:lnTo>
                      <a:pt x="28" y="57"/>
                    </a:lnTo>
                    <a:lnTo>
                      <a:pt x="0" y="28"/>
                    </a:lnTo>
                    <a:lnTo>
                      <a:pt x="28" y="0"/>
                    </a:lnTo>
                    <a:close/>
                  </a:path>
                </a:pathLst>
              </a:custGeom>
              <a:solidFill>
                <a:srgbClr val="000080"/>
              </a:solidFill>
              <a:ln w="6350">
                <a:solidFill>
                  <a:srgbClr val="00008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640588" name="Freeform 140">
                <a:extLst>
                  <a:ext uri="{FF2B5EF4-FFF2-40B4-BE49-F238E27FC236}">
                    <a16:creationId xmlns="" xmlns:a16="http://schemas.microsoft.com/office/drawing/2014/main" id="{7D2B4CB1-8D49-AC96-3ED4-3EC14AABB4E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99" y="3009"/>
                <a:ext cx="57" cy="57"/>
              </a:xfrm>
              <a:custGeom>
                <a:avLst/>
                <a:gdLst>
                  <a:gd name="T0" fmla="*/ 28 w 57"/>
                  <a:gd name="T1" fmla="*/ 0 h 57"/>
                  <a:gd name="T2" fmla="*/ 57 w 57"/>
                  <a:gd name="T3" fmla="*/ 28 h 57"/>
                  <a:gd name="T4" fmla="*/ 28 w 57"/>
                  <a:gd name="T5" fmla="*/ 57 h 57"/>
                  <a:gd name="T6" fmla="*/ 0 w 57"/>
                  <a:gd name="T7" fmla="*/ 28 h 57"/>
                  <a:gd name="T8" fmla="*/ 28 w 57"/>
                  <a:gd name="T9" fmla="*/ 0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7" h="57">
                    <a:moveTo>
                      <a:pt x="28" y="0"/>
                    </a:moveTo>
                    <a:lnTo>
                      <a:pt x="57" y="28"/>
                    </a:lnTo>
                    <a:lnTo>
                      <a:pt x="28" y="57"/>
                    </a:lnTo>
                    <a:lnTo>
                      <a:pt x="0" y="28"/>
                    </a:lnTo>
                    <a:lnTo>
                      <a:pt x="28" y="0"/>
                    </a:lnTo>
                    <a:close/>
                  </a:path>
                </a:pathLst>
              </a:custGeom>
              <a:solidFill>
                <a:srgbClr val="00FFFF"/>
              </a:solidFill>
              <a:ln w="6350">
                <a:solidFill>
                  <a:srgbClr val="00008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640589" name="Freeform 141">
                <a:extLst>
                  <a:ext uri="{FF2B5EF4-FFF2-40B4-BE49-F238E27FC236}">
                    <a16:creationId xmlns="" xmlns:a16="http://schemas.microsoft.com/office/drawing/2014/main" id="{41FA14E9-CD1B-C608-0FE6-5826B1377C4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20" y="3399"/>
                <a:ext cx="56" cy="57"/>
              </a:xfrm>
              <a:custGeom>
                <a:avLst/>
                <a:gdLst>
                  <a:gd name="T0" fmla="*/ 28 w 56"/>
                  <a:gd name="T1" fmla="*/ 0 h 57"/>
                  <a:gd name="T2" fmla="*/ 56 w 56"/>
                  <a:gd name="T3" fmla="*/ 29 h 57"/>
                  <a:gd name="T4" fmla="*/ 28 w 56"/>
                  <a:gd name="T5" fmla="*/ 57 h 57"/>
                  <a:gd name="T6" fmla="*/ 0 w 56"/>
                  <a:gd name="T7" fmla="*/ 29 h 57"/>
                  <a:gd name="T8" fmla="*/ 28 w 56"/>
                  <a:gd name="T9" fmla="*/ 0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6" h="57">
                    <a:moveTo>
                      <a:pt x="28" y="0"/>
                    </a:moveTo>
                    <a:lnTo>
                      <a:pt x="56" y="29"/>
                    </a:lnTo>
                    <a:lnTo>
                      <a:pt x="28" y="57"/>
                    </a:lnTo>
                    <a:lnTo>
                      <a:pt x="0" y="29"/>
                    </a:lnTo>
                    <a:lnTo>
                      <a:pt x="28" y="0"/>
                    </a:lnTo>
                    <a:close/>
                  </a:path>
                </a:pathLst>
              </a:custGeom>
              <a:solidFill>
                <a:srgbClr val="000080"/>
              </a:solidFill>
              <a:ln w="6350">
                <a:solidFill>
                  <a:srgbClr val="00008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640590" name="Freeform 142">
                <a:extLst>
                  <a:ext uri="{FF2B5EF4-FFF2-40B4-BE49-F238E27FC236}">
                    <a16:creationId xmlns="" xmlns:a16="http://schemas.microsoft.com/office/drawing/2014/main" id="{D86F74F2-AC45-E637-0C97-63D45538F24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61" y="3107"/>
                <a:ext cx="57" cy="56"/>
              </a:xfrm>
              <a:custGeom>
                <a:avLst/>
                <a:gdLst>
                  <a:gd name="T0" fmla="*/ 28 w 57"/>
                  <a:gd name="T1" fmla="*/ 0 h 56"/>
                  <a:gd name="T2" fmla="*/ 57 w 57"/>
                  <a:gd name="T3" fmla="*/ 28 h 56"/>
                  <a:gd name="T4" fmla="*/ 28 w 57"/>
                  <a:gd name="T5" fmla="*/ 56 h 56"/>
                  <a:gd name="T6" fmla="*/ 0 w 57"/>
                  <a:gd name="T7" fmla="*/ 28 h 56"/>
                  <a:gd name="T8" fmla="*/ 28 w 57"/>
                  <a:gd name="T9" fmla="*/ 0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7" h="56">
                    <a:moveTo>
                      <a:pt x="28" y="0"/>
                    </a:moveTo>
                    <a:lnTo>
                      <a:pt x="57" y="28"/>
                    </a:lnTo>
                    <a:lnTo>
                      <a:pt x="28" y="56"/>
                    </a:lnTo>
                    <a:lnTo>
                      <a:pt x="0" y="28"/>
                    </a:lnTo>
                    <a:lnTo>
                      <a:pt x="28" y="0"/>
                    </a:lnTo>
                    <a:close/>
                  </a:path>
                </a:pathLst>
              </a:custGeom>
              <a:solidFill>
                <a:srgbClr val="000080"/>
              </a:solidFill>
              <a:ln w="6350">
                <a:solidFill>
                  <a:srgbClr val="00008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640591" name="Freeform 143">
                <a:extLst>
                  <a:ext uri="{FF2B5EF4-FFF2-40B4-BE49-F238E27FC236}">
                    <a16:creationId xmlns="" xmlns:a16="http://schemas.microsoft.com/office/drawing/2014/main" id="{2C1949BC-1657-268E-362D-109FF8B1EB5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20" y="3009"/>
                <a:ext cx="56" cy="57"/>
              </a:xfrm>
              <a:custGeom>
                <a:avLst/>
                <a:gdLst>
                  <a:gd name="T0" fmla="*/ 28 w 56"/>
                  <a:gd name="T1" fmla="*/ 0 h 57"/>
                  <a:gd name="T2" fmla="*/ 56 w 56"/>
                  <a:gd name="T3" fmla="*/ 28 h 57"/>
                  <a:gd name="T4" fmla="*/ 28 w 56"/>
                  <a:gd name="T5" fmla="*/ 57 h 57"/>
                  <a:gd name="T6" fmla="*/ 0 w 56"/>
                  <a:gd name="T7" fmla="*/ 28 h 57"/>
                  <a:gd name="T8" fmla="*/ 28 w 56"/>
                  <a:gd name="T9" fmla="*/ 0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6" h="57">
                    <a:moveTo>
                      <a:pt x="28" y="0"/>
                    </a:moveTo>
                    <a:lnTo>
                      <a:pt x="56" y="28"/>
                    </a:lnTo>
                    <a:lnTo>
                      <a:pt x="28" y="57"/>
                    </a:lnTo>
                    <a:lnTo>
                      <a:pt x="0" y="28"/>
                    </a:lnTo>
                    <a:lnTo>
                      <a:pt x="28" y="0"/>
                    </a:lnTo>
                    <a:close/>
                  </a:path>
                </a:pathLst>
              </a:custGeom>
              <a:solidFill>
                <a:srgbClr val="00FFFF"/>
              </a:solidFill>
              <a:ln w="6350">
                <a:solidFill>
                  <a:srgbClr val="000080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640592" name="Rectangle 144">
                <a:extLst>
                  <a:ext uri="{FF2B5EF4-FFF2-40B4-BE49-F238E27FC236}">
                    <a16:creationId xmlns="" xmlns:a16="http://schemas.microsoft.com/office/drawing/2014/main" id="{B061E74B-B81B-439A-E05F-F0FA255D6DD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93" y="3497"/>
                <a:ext cx="30" cy="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ko-KR" altLang="en-US" sz="600">
                    <a:latin typeface="Arial" panose="020B0604020202020204" pitchFamily="34" charset="0"/>
                    <a:ea typeface="굴림" panose="020B0503020000020004" pitchFamily="34" charset="-127"/>
                  </a:rPr>
                  <a:t>0</a:t>
                </a:r>
                <a:endParaRPr lang="ko-KR" altLang="en-US">
                  <a:ea typeface="굴림" panose="020B0503020000020004" pitchFamily="34" charset="-127"/>
                </a:endParaRPr>
              </a:p>
            </p:txBody>
          </p:sp>
          <p:sp>
            <p:nvSpPr>
              <p:cNvPr id="1640593" name="Rectangle 145">
                <a:extLst>
                  <a:ext uri="{FF2B5EF4-FFF2-40B4-BE49-F238E27FC236}">
                    <a16:creationId xmlns="" xmlns:a16="http://schemas.microsoft.com/office/drawing/2014/main" id="{51F5F3CA-DBA3-523E-309B-4143AF81270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93" y="3399"/>
                <a:ext cx="30" cy="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ko-KR" altLang="en-US" sz="600">
                    <a:latin typeface="Arial" panose="020B0604020202020204" pitchFamily="34" charset="0"/>
                    <a:ea typeface="굴림" panose="020B0503020000020004" pitchFamily="34" charset="-127"/>
                  </a:rPr>
                  <a:t>1</a:t>
                </a:r>
                <a:endParaRPr lang="ko-KR" altLang="en-US">
                  <a:ea typeface="굴림" panose="020B0503020000020004" pitchFamily="34" charset="-127"/>
                </a:endParaRPr>
              </a:p>
            </p:txBody>
          </p:sp>
          <p:sp>
            <p:nvSpPr>
              <p:cNvPr id="1640594" name="Rectangle 146">
                <a:extLst>
                  <a:ext uri="{FF2B5EF4-FFF2-40B4-BE49-F238E27FC236}">
                    <a16:creationId xmlns="" xmlns:a16="http://schemas.microsoft.com/office/drawing/2014/main" id="{249BA5CA-7545-B2CC-B927-DF0ADF1EF0E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93" y="3302"/>
                <a:ext cx="30" cy="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ko-KR" altLang="en-US" sz="600">
                    <a:latin typeface="Arial" panose="020B0604020202020204" pitchFamily="34" charset="0"/>
                    <a:ea typeface="굴림" panose="020B0503020000020004" pitchFamily="34" charset="-127"/>
                  </a:rPr>
                  <a:t>2</a:t>
                </a:r>
                <a:endParaRPr lang="ko-KR" altLang="en-US">
                  <a:ea typeface="굴림" panose="020B0503020000020004" pitchFamily="34" charset="-127"/>
                </a:endParaRPr>
              </a:p>
            </p:txBody>
          </p:sp>
          <p:sp>
            <p:nvSpPr>
              <p:cNvPr id="1640595" name="Rectangle 147">
                <a:extLst>
                  <a:ext uri="{FF2B5EF4-FFF2-40B4-BE49-F238E27FC236}">
                    <a16:creationId xmlns="" xmlns:a16="http://schemas.microsoft.com/office/drawing/2014/main" id="{1C570637-3B5C-C9A9-C2B0-BD2D3048B78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93" y="3204"/>
                <a:ext cx="30" cy="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ko-KR" altLang="en-US" sz="600">
                    <a:latin typeface="Arial" panose="020B0604020202020204" pitchFamily="34" charset="0"/>
                    <a:ea typeface="굴림" panose="020B0503020000020004" pitchFamily="34" charset="-127"/>
                  </a:rPr>
                  <a:t>3</a:t>
                </a:r>
                <a:endParaRPr lang="ko-KR" altLang="en-US">
                  <a:ea typeface="굴림" panose="020B0503020000020004" pitchFamily="34" charset="-127"/>
                </a:endParaRPr>
              </a:p>
            </p:txBody>
          </p:sp>
          <p:sp>
            <p:nvSpPr>
              <p:cNvPr id="1640596" name="Rectangle 148">
                <a:extLst>
                  <a:ext uri="{FF2B5EF4-FFF2-40B4-BE49-F238E27FC236}">
                    <a16:creationId xmlns="" xmlns:a16="http://schemas.microsoft.com/office/drawing/2014/main" id="{07D01A70-039F-BD23-51CE-2FBFFEF392E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93" y="3107"/>
                <a:ext cx="30" cy="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ko-KR" altLang="en-US" sz="600">
                    <a:latin typeface="Arial" panose="020B0604020202020204" pitchFamily="34" charset="0"/>
                    <a:ea typeface="굴림" panose="020B0503020000020004" pitchFamily="34" charset="-127"/>
                  </a:rPr>
                  <a:t>4</a:t>
                </a:r>
                <a:endParaRPr lang="ko-KR" altLang="en-US">
                  <a:ea typeface="굴림" panose="020B0503020000020004" pitchFamily="34" charset="-127"/>
                </a:endParaRPr>
              </a:p>
            </p:txBody>
          </p:sp>
          <p:sp>
            <p:nvSpPr>
              <p:cNvPr id="1640597" name="Rectangle 149">
                <a:extLst>
                  <a:ext uri="{FF2B5EF4-FFF2-40B4-BE49-F238E27FC236}">
                    <a16:creationId xmlns="" xmlns:a16="http://schemas.microsoft.com/office/drawing/2014/main" id="{8BE981DA-9BF2-CBEF-563C-41284EF756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93" y="3009"/>
                <a:ext cx="30" cy="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ko-KR" altLang="en-US" sz="600">
                    <a:latin typeface="Arial" panose="020B0604020202020204" pitchFamily="34" charset="0"/>
                    <a:ea typeface="굴림" panose="020B0503020000020004" pitchFamily="34" charset="-127"/>
                  </a:rPr>
                  <a:t>5</a:t>
                </a:r>
                <a:endParaRPr lang="ko-KR" altLang="en-US">
                  <a:ea typeface="굴림" panose="020B0503020000020004" pitchFamily="34" charset="-127"/>
                </a:endParaRPr>
              </a:p>
            </p:txBody>
          </p:sp>
          <p:sp>
            <p:nvSpPr>
              <p:cNvPr id="1640598" name="Rectangle 150">
                <a:extLst>
                  <a:ext uri="{FF2B5EF4-FFF2-40B4-BE49-F238E27FC236}">
                    <a16:creationId xmlns="" xmlns:a16="http://schemas.microsoft.com/office/drawing/2014/main" id="{E8EBEF8E-FCBC-0F34-B9AD-97D4DC1242E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93" y="2910"/>
                <a:ext cx="30" cy="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ko-KR" altLang="en-US" sz="600">
                    <a:latin typeface="Arial" panose="020B0604020202020204" pitchFamily="34" charset="0"/>
                    <a:ea typeface="굴림" panose="020B0503020000020004" pitchFamily="34" charset="-127"/>
                  </a:rPr>
                  <a:t>6</a:t>
                </a:r>
                <a:endParaRPr lang="ko-KR" altLang="en-US">
                  <a:ea typeface="굴림" panose="020B0503020000020004" pitchFamily="34" charset="-127"/>
                </a:endParaRPr>
              </a:p>
            </p:txBody>
          </p:sp>
          <p:sp>
            <p:nvSpPr>
              <p:cNvPr id="1640599" name="Rectangle 151">
                <a:extLst>
                  <a:ext uri="{FF2B5EF4-FFF2-40B4-BE49-F238E27FC236}">
                    <a16:creationId xmlns="" xmlns:a16="http://schemas.microsoft.com/office/drawing/2014/main" id="{F86A1179-1D98-6598-3789-04E23F9E7F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93" y="2814"/>
                <a:ext cx="30" cy="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ko-KR" altLang="en-US" sz="600">
                    <a:latin typeface="Arial" panose="020B0604020202020204" pitchFamily="34" charset="0"/>
                    <a:ea typeface="굴림" panose="020B0503020000020004" pitchFamily="34" charset="-127"/>
                  </a:rPr>
                  <a:t>7</a:t>
                </a:r>
                <a:endParaRPr lang="ko-KR" altLang="en-US">
                  <a:ea typeface="굴림" panose="020B0503020000020004" pitchFamily="34" charset="-127"/>
                </a:endParaRPr>
              </a:p>
            </p:txBody>
          </p:sp>
          <p:sp>
            <p:nvSpPr>
              <p:cNvPr id="1640600" name="Rectangle 152">
                <a:extLst>
                  <a:ext uri="{FF2B5EF4-FFF2-40B4-BE49-F238E27FC236}">
                    <a16:creationId xmlns="" xmlns:a16="http://schemas.microsoft.com/office/drawing/2014/main" id="{93FAE5C6-0619-18C5-D0B2-19D2E933D63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93" y="2716"/>
                <a:ext cx="30" cy="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ko-KR" altLang="en-US" sz="600">
                    <a:latin typeface="Arial" panose="020B0604020202020204" pitchFamily="34" charset="0"/>
                    <a:ea typeface="굴림" panose="020B0503020000020004" pitchFamily="34" charset="-127"/>
                  </a:rPr>
                  <a:t>8</a:t>
                </a:r>
                <a:endParaRPr lang="ko-KR" altLang="en-US">
                  <a:ea typeface="굴림" panose="020B0503020000020004" pitchFamily="34" charset="-127"/>
                </a:endParaRPr>
              </a:p>
            </p:txBody>
          </p:sp>
          <p:sp>
            <p:nvSpPr>
              <p:cNvPr id="1640601" name="Rectangle 153">
                <a:extLst>
                  <a:ext uri="{FF2B5EF4-FFF2-40B4-BE49-F238E27FC236}">
                    <a16:creationId xmlns="" xmlns:a16="http://schemas.microsoft.com/office/drawing/2014/main" id="{A90E8C25-E162-3458-9C01-8A66F298723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93" y="2619"/>
                <a:ext cx="30" cy="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ko-KR" altLang="en-US" sz="600">
                    <a:latin typeface="Arial" panose="020B0604020202020204" pitchFamily="34" charset="0"/>
                    <a:ea typeface="굴림" panose="020B0503020000020004" pitchFamily="34" charset="-127"/>
                  </a:rPr>
                  <a:t>9</a:t>
                </a:r>
                <a:endParaRPr lang="ko-KR" altLang="en-US">
                  <a:ea typeface="굴림" panose="020B0503020000020004" pitchFamily="34" charset="-127"/>
                </a:endParaRPr>
              </a:p>
            </p:txBody>
          </p:sp>
          <p:sp>
            <p:nvSpPr>
              <p:cNvPr id="1640602" name="Rectangle 154">
                <a:extLst>
                  <a:ext uri="{FF2B5EF4-FFF2-40B4-BE49-F238E27FC236}">
                    <a16:creationId xmlns="" xmlns:a16="http://schemas.microsoft.com/office/drawing/2014/main" id="{962F48E0-A85B-58D4-5A04-14C8DE358CA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67" y="2520"/>
                <a:ext cx="61" cy="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ko-KR" altLang="en-US" sz="600">
                    <a:latin typeface="Arial" panose="020B0604020202020204" pitchFamily="34" charset="0"/>
                    <a:ea typeface="굴림" panose="020B0503020000020004" pitchFamily="34" charset="-127"/>
                  </a:rPr>
                  <a:t>10</a:t>
                </a:r>
                <a:endParaRPr lang="ko-KR" altLang="en-US">
                  <a:ea typeface="굴림" panose="020B0503020000020004" pitchFamily="34" charset="-127"/>
                </a:endParaRPr>
              </a:p>
            </p:txBody>
          </p:sp>
          <p:sp>
            <p:nvSpPr>
              <p:cNvPr id="1640603" name="Rectangle 155">
                <a:extLst>
                  <a:ext uri="{FF2B5EF4-FFF2-40B4-BE49-F238E27FC236}">
                    <a16:creationId xmlns="" xmlns:a16="http://schemas.microsoft.com/office/drawing/2014/main" id="{3CE6F1FD-1E40-50ED-8743-BD12C976C9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37" y="3562"/>
                <a:ext cx="30" cy="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ko-KR" altLang="en-US" sz="600">
                    <a:latin typeface="Arial" panose="020B0604020202020204" pitchFamily="34" charset="0"/>
                    <a:ea typeface="굴림" panose="020B0503020000020004" pitchFamily="34" charset="-127"/>
                  </a:rPr>
                  <a:t>0</a:t>
                </a:r>
                <a:endParaRPr lang="ko-KR" altLang="en-US">
                  <a:ea typeface="굴림" panose="020B0503020000020004" pitchFamily="34" charset="-127"/>
                </a:endParaRPr>
              </a:p>
            </p:txBody>
          </p:sp>
          <p:sp>
            <p:nvSpPr>
              <p:cNvPr id="1640604" name="Rectangle 156">
                <a:extLst>
                  <a:ext uri="{FF2B5EF4-FFF2-40B4-BE49-F238E27FC236}">
                    <a16:creationId xmlns="" xmlns:a16="http://schemas.microsoft.com/office/drawing/2014/main" id="{07C54CCB-2BC3-E45C-BAC3-4F2C4EFBBBD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56" y="3562"/>
                <a:ext cx="31" cy="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ko-KR" altLang="en-US" sz="600">
                    <a:latin typeface="Arial" panose="020B0604020202020204" pitchFamily="34" charset="0"/>
                    <a:ea typeface="굴림" panose="020B0503020000020004" pitchFamily="34" charset="-127"/>
                  </a:rPr>
                  <a:t>1</a:t>
                </a:r>
                <a:endParaRPr lang="ko-KR" altLang="en-US">
                  <a:ea typeface="굴림" panose="020B0503020000020004" pitchFamily="34" charset="-127"/>
                </a:endParaRPr>
              </a:p>
            </p:txBody>
          </p:sp>
          <p:sp>
            <p:nvSpPr>
              <p:cNvPr id="1640605" name="Rectangle 157">
                <a:extLst>
                  <a:ext uri="{FF2B5EF4-FFF2-40B4-BE49-F238E27FC236}">
                    <a16:creationId xmlns="" xmlns:a16="http://schemas.microsoft.com/office/drawing/2014/main" id="{CC0C4B3E-4D9F-758D-64F2-B0E58DC7985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78" y="3562"/>
                <a:ext cx="31" cy="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ko-KR" altLang="en-US" sz="600">
                    <a:latin typeface="Arial" panose="020B0604020202020204" pitchFamily="34" charset="0"/>
                    <a:ea typeface="굴림" panose="020B0503020000020004" pitchFamily="34" charset="-127"/>
                  </a:rPr>
                  <a:t>2</a:t>
                </a:r>
                <a:endParaRPr lang="ko-KR" altLang="en-US">
                  <a:ea typeface="굴림" panose="020B0503020000020004" pitchFamily="34" charset="-127"/>
                </a:endParaRPr>
              </a:p>
            </p:txBody>
          </p:sp>
          <p:sp>
            <p:nvSpPr>
              <p:cNvPr id="1640606" name="Rectangle 158">
                <a:extLst>
                  <a:ext uri="{FF2B5EF4-FFF2-40B4-BE49-F238E27FC236}">
                    <a16:creationId xmlns="" xmlns:a16="http://schemas.microsoft.com/office/drawing/2014/main" id="{E87D1850-C5B3-7D3A-AB88-211A6867D6A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95" y="3562"/>
                <a:ext cx="30" cy="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ko-KR" altLang="en-US" sz="600">
                    <a:latin typeface="Arial" panose="020B0604020202020204" pitchFamily="34" charset="0"/>
                    <a:ea typeface="굴림" panose="020B0503020000020004" pitchFamily="34" charset="-127"/>
                  </a:rPr>
                  <a:t>3</a:t>
                </a:r>
                <a:endParaRPr lang="ko-KR" altLang="en-US">
                  <a:ea typeface="굴림" panose="020B0503020000020004" pitchFamily="34" charset="-127"/>
                </a:endParaRPr>
              </a:p>
            </p:txBody>
          </p:sp>
          <p:sp>
            <p:nvSpPr>
              <p:cNvPr id="1640607" name="Rectangle 159">
                <a:extLst>
                  <a:ext uri="{FF2B5EF4-FFF2-40B4-BE49-F238E27FC236}">
                    <a16:creationId xmlns="" xmlns:a16="http://schemas.microsoft.com/office/drawing/2014/main" id="{E79E5B5F-C909-FC74-3A4C-F072227FD0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4" y="3562"/>
                <a:ext cx="31" cy="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ko-KR" altLang="en-US" sz="600">
                    <a:latin typeface="Arial" panose="020B0604020202020204" pitchFamily="34" charset="0"/>
                    <a:ea typeface="굴림" panose="020B0503020000020004" pitchFamily="34" charset="-127"/>
                  </a:rPr>
                  <a:t>4</a:t>
                </a:r>
                <a:endParaRPr lang="ko-KR" altLang="en-US">
                  <a:ea typeface="굴림" panose="020B0503020000020004" pitchFamily="34" charset="-127"/>
                </a:endParaRPr>
              </a:p>
            </p:txBody>
          </p:sp>
          <p:sp>
            <p:nvSpPr>
              <p:cNvPr id="1640608" name="Rectangle 160">
                <a:extLst>
                  <a:ext uri="{FF2B5EF4-FFF2-40B4-BE49-F238E27FC236}">
                    <a16:creationId xmlns="" xmlns:a16="http://schemas.microsoft.com/office/drawing/2014/main" id="{DA9F4AEA-D81D-1832-C3BA-74493B3260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36" y="3562"/>
                <a:ext cx="31" cy="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ko-KR" altLang="en-US" sz="600">
                    <a:latin typeface="Arial" panose="020B0604020202020204" pitchFamily="34" charset="0"/>
                    <a:ea typeface="굴림" panose="020B0503020000020004" pitchFamily="34" charset="-127"/>
                  </a:rPr>
                  <a:t>5</a:t>
                </a:r>
                <a:endParaRPr lang="ko-KR" altLang="en-US">
                  <a:ea typeface="굴림" panose="020B0503020000020004" pitchFamily="34" charset="-127"/>
                </a:endParaRPr>
              </a:p>
            </p:txBody>
          </p:sp>
          <p:sp>
            <p:nvSpPr>
              <p:cNvPr id="1640609" name="Rectangle 161">
                <a:extLst>
                  <a:ext uri="{FF2B5EF4-FFF2-40B4-BE49-F238E27FC236}">
                    <a16:creationId xmlns="" xmlns:a16="http://schemas.microsoft.com/office/drawing/2014/main" id="{99E4822D-06CB-50FE-28B3-0063EF22A5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57" y="3562"/>
                <a:ext cx="30" cy="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ko-KR" altLang="en-US" sz="600">
                    <a:latin typeface="Arial" panose="020B0604020202020204" pitchFamily="34" charset="0"/>
                    <a:ea typeface="굴림" panose="020B0503020000020004" pitchFamily="34" charset="-127"/>
                  </a:rPr>
                  <a:t>6</a:t>
                </a:r>
                <a:endParaRPr lang="ko-KR" altLang="en-US">
                  <a:ea typeface="굴림" panose="020B0503020000020004" pitchFamily="34" charset="-127"/>
                </a:endParaRPr>
              </a:p>
            </p:txBody>
          </p:sp>
          <p:sp>
            <p:nvSpPr>
              <p:cNvPr id="1640610" name="Rectangle 162">
                <a:extLst>
                  <a:ext uri="{FF2B5EF4-FFF2-40B4-BE49-F238E27FC236}">
                    <a16:creationId xmlns="" xmlns:a16="http://schemas.microsoft.com/office/drawing/2014/main" id="{3B72FE77-E1FE-1D73-D1BB-90FA8D4D7A7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77" y="3562"/>
                <a:ext cx="30" cy="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ko-KR" altLang="en-US" sz="600">
                    <a:latin typeface="Arial" panose="020B0604020202020204" pitchFamily="34" charset="0"/>
                    <a:ea typeface="굴림" panose="020B0503020000020004" pitchFamily="34" charset="-127"/>
                  </a:rPr>
                  <a:t>7</a:t>
                </a:r>
                <a:endParaRPr lang="ko-KR" altLang="en-US">
                  <a:ea typeface="굴림" panose="020B0503020000020004" pitchFamily="34" charset="-127"/>
                </a:endParaRPr>
              </a:p>
            </p:txBody>
          </p:sp>
          <p:sp>
            <p:nvSpPr>
              <p:cNvPr id="1640611" name="Rectangle 163">
                <a:extLst>
                  <a:ext uri="{FF2B5EF4-FFF2-40B4-BE49-F238E27FC236}">
                    <a16:creationId xmlns="" xmlns:a16="http://schemas.microsoft.com/office/drawing/2014/main" id="{894357AC-04AD-0122-C221-4E38D9754ED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94" y="3562"/>
                <a:ext cx="31" cy="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ko-KR" altLang="en-US" sz="600">
                    <a:latin typeface="Arial" panose="020B0604020202020204" pitchFamily="34" charset="0"/>
                    <a:ea typeface="굴림" panose="020B0503020000020004" pitchFamily="34" charset="-127"/>
                  </a:rPr>
                  <a:t>8</a:t>
                </a:r>
                <a:endParaRPr lang="ko-KR" altLang="en-US">
                  <a:ea typeface="굴림" panose="020B0503020000020004" pitchFamily="34" charset="-127"/>
                </a:endParaRPr>
              </a:p>
            </p:txBody>
          </p:sp>
          <p:sp>
            <p:nvSpPr>
              <p:cNvPr id="1640612" name="Rectangle 164">
                <a:extLst>
                  <a:ext uri="{FF2B5EF4-FFF2-40B4-BE49-F238E27FC236}">
                    <a16:creationId xmlns="" xmlns:a16="http://schemas.microsoft.com/office/drawing/2014/main" id="{5E98C2F4-B943-9EC5-6400-95E20A98E0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15" y="3562"/>
                <a:ext cx="30" cy="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ko-KR" altLang="en-US" sz="600">
                    <a:latin typeface="Arial" panose="020B0604020202020204" pitchFamily="34" charset="0"/>
                    <a:ea typeface="굴림" panose="020B0503020000020004" pitchFamily="34" charset="-127"/>
                  </a:rPr>
                  <a:t>9</a:t>
                </a:r>
                <a:endParaRPr lang="ko-KR" altLang="en-US">
                  <a:ea typeface="굴림" panose="020B0503020000020004" pitchFamily="34" charset="-127"/>
                </a:endParaRPr>
              </a:p>
            </p:txBody>
          </p:sp>
          <p:sp>
            <p:nvSpPr>
              <p:cNvPr id="1640613" name="Rectangle 165">
                <a:extLst>
                  <a:ext uri="{FF2B5EF4-FFF2-40B4-BE49-F238E27FC236}">
                    <a16:creationId xmlns="" xmlns:a16="http://schemas.microsoft.com/office/drawing/2014/main" id="{2A99540E-0BC1-ADEB-4E90-AD4E5D5C658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23" y="3562"/>
                <a:ext cx="61" cy="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r>
                  <a:rPr lang="ko-KR" altLang="en-US" sz="600">
                    <a:latin typeface="Arial" panose="020B0604020202020204" pitchFamily="34" charset="0"/>
                    <a:ea typeface="굴림" panose="020B0503020000020004" pitchFamily="34" charset="-127"/>
                  </a:rPr>
                  <a:t>10</a:t>
                </a:r>
                <a:endParaRPr lang="ko-KR" altLang="en-US">
                  <a:ea typeface="굴림" panose="020B0503020000020004" pitchFamily="34" charset="-127"/>
                </a:endParaRPr>
              </a:p>
            </p:txBody>
          </p:sp>
          <p:sp>
            <p:nvSpPr>
              <p:cNvPr id="1640614" name="Rectangle 166">
                <a:extLst>
                  <a:ext uri="{FF2B5EF4-FFF2-40B4-BE49-F238E27FC236}">
                    <a16:creationId xmlns="" xmlns:a16="http://schemas.microsoft.com/office/drawing/2014/main" id="{57207DFB-2B1D-B86B-77C5-FCD169F78D8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16" y="2464"/>
                <a:ext cx="1396" cy="1208"/>
              </a:xfrm>
              <a:prstGeom prst="rect">
                <a:avLst/>
              </a:prstGeom>
              <a:noFill/>
              <a:ln w="0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640615" name="Freeform 167">
                <a:extLst>
                  <a:ext uri="{FF2B5EF4-FFF2-40B4-BE49-F238E27FC236}">
                    <a16:creationId xmlns="" xmlns:a16="http://schemas.microsoft.com/office/drawing/2014/main" id="{0A1C389B-A067-F10B-F50C-AD1678D6C54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55" y="2851"/>
                <a:ext cx="130" cy="211"/>
              </a:xfrm>
              <a:custGeom>
                <a:avLst/>
                <a:gdLst>
                  <a:gd name="T0" fmla="*/ 199 w 728"/>
                  <a:gd name="T1" fmla="*/ 7 h 896"/>
                  <a:gd name="T2" fmla="*/ 110 w 728"/>
                  <a:gd name="T3" fmla="*/ 96 h 896"/>
                  <a:gd name="T4" fmla="*/ 80 w 728"/>
                  <a:gd name="T5" fmla="*/ 140 h 896"/>
                  <a:gd name="T6" fmla="*/ 65 w 728"/>
                  <a:gd name="T7" fmla="*/ 162 h 896"/>
                  <a:gd name="T8" fmla="*/ 21 w 728"/>
                  <a:gd name="T9" fmla="*/ 303 h 896"/>
                  <a:gd name="T10" fmla="*/ 65 w 728"/>
                  <a:gd name="T11" fmla="*/ 703 h 896"/>
                  <a:gd name="T12" fmla="*/ 110 w 728"/>
                  <a:gd name="T13" fmla="*/ 763 h 896"/>
                  <a:gd name="T14" fmla="*/ 332 w 728"/>
                  <a:gd name="T15" fmla="*/ 896 h 896"/>
                  <a:gd name="T16" fmla="*/ 495 w 728"/>
                  <a:gd name="T17" fmla="*/ 851 h 896"/>
                  <a:gd name="T18" fmla="*/ 636 w 728"/>
                  <a:gd name="T19" fmla="*/ 711 h 896"/>
                  <a:gd name="T20" fmla="*/ 688 w 728"/>
                  <a:gd name="T21" fmla="*/ 607 h 896"/>
                  <a:gd name="T22" fmla="*/ 702 w 728"/>
                  <a:gd name="T23" fmla="*/ 563 h 896"/>
                  <a:gd name="T24" fmla="*/ 710 w 728"/>
                  <a:gd name="T25" fmla="*/ 540 h 896"/>
                  <a:gd name="T26" fmla="*/ 680 w 728"/>
                  <a:gd name="T27" fmla="*/ 296 h 896"/>
                  <a:gd name="T28" fmla="*/ 569 w 728"/>
                  <a:gd name="T29" fmla="*/ 133 h 896"/>
                  <a:gd name="T30" fmla="*/ 510 w 728"/>
                  <a:gd name="T31" fmla="*/ 88 h 896"/>
                  <a:gd name="T32" fmla="*/ 465 w 728"/>
                  <a:gd name="T33" fmla="*/ 59 h 896"/>
                  <a:gd name="T34" fmla="*/ 295 w 728"/>
                  <a:gd name="T35" fmla="*/ 0 h 896"/>
                  <a:gd name="T36" fmla="*/ 206 w 728"/>
                  <a:gd name="T37" fmla="*/ 7 h 896"/>
                  <a:gd name="T38" fmla="*/ 184 w 728"/>
                  <a:gd name="T39" fmla="*/ 14 h 896"/>
                  <a:gd name="T40" fmla="*/ 199 w 728"/>
                  <a:gd name="T41" fmla="*/ 7 h 8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728" h="896">
                    <a:moveTo>
                      <a:pt x="199" y="7"/>
                    </a:moveTo>
                    <a:cubicBezTo>
                      <a:pt x="148" y="19"/>
                      <a:pt x="135" y="54"/>
                      <a:pt x="110" y="96"/>
                    </a:cubicBezTo>
                    <a:cubicBezTo>
                      <a:pt x="101" y="111"/>
                      <a:pt x="90" y="125"/>
                      <a:pt x="80" y="140"/>
                    </a:cubicBezTo>
                    <a:cubicBezTo>
                      <a:pt x="75" y="147"/>
                      <a:pt x="65" y="162"/>
                      <a:pt x="65" y="162"/>
                    </a:cubicBezTo>
                    <a:cubicBezTo>
                      <a:pt x="50" y="210"/>
                      <a:pt x="33" y="254"/>
                      <a:pt x="21" y="303"/>
                    </a:cubicBezTo>
                    <a:cubicBezTo>
                      <a:pt x="4" y="446"/>
                      <a:pt x="0" y="574"/>
                      <a:pt x="65" y="703"/>
                    </a:cubicBezTo>
                    <a:cubicBezTo>
                      <a:pt x="79" y="731"/>
                      <a:pt x="83" y="744"/>
                      <a:pt x="110" y="763"/>
                    </a:cubicBezTo>
                    <a:cubicBezTo>
                      <a:pt x="159" y="835"/>
                      <a:pt x="250" y="874"/>
                      <a:pt x="332" y="896"/>
                    </a:cubicBezTo>
                    <a:cubicBezTo>
                      <a:pt x="394" y="889"/>
                      <a:pt x="441" y="878"/>
                      <a:pt x="495" y="851"/>
                    </a:cubicBezTo>
                    <a:cubicBezTo>
                      <a:pt x="537" y="789"/>
                      <a:pt x="571" y="751"/>
                      <a:pt x="636" y="711"/>
                    </a:cubicBezTo>
                    <a:cubicBezTo>
                      <a:pt x="660" y="674"/>
                      <a:pt x="672" y="647"/>
                      <a:pt x="688" y="607"/>
                    </a:cubicBezTo>
                    <a:cubicBezTo>
                      <a:pt x="694" y="593"/>
                      <a:pt x="697" y="578"/>
                      <a:pt x="702" y="563"/>
                    </a:cubicBezTo>
                    <a:cubicBezTo>
                      <a:pt x="705" y="555"/>
                      <a:pt x="710" y="540"/>
                      <a:pt x="710" y="540"/>
                    </a:cubicBezTo>
                    <a:cubicBezTo>
                      <a:pt x="720" y="459"/>
                      <a:pt x="728" y="366"/>
                      <a:pt x="680" y="296"/>
                    </a:cubicBezTo>
                    <a:cubicBezTo>
                      <a:pt x="659" y="231"/>
                      <a:pt x="621" y="176"/>
                      <a:pt x="569" y="133"/>
                    </a:cubicBezTo>
                    <a:cubicBezTo>
                      <a:pt x="550" y="117"/>
                      <a:pt x="530" y="103"/>
                      <a:pt x="510" y="88"/>
                    </a:cubicBezTo>
                    <a:cubicBezTo>
                      <a:pt x="496" y="77"/>
                      <a:pt x="465" y="59"/>
                      <a:pt x="465" y="59"/>
                    </a:cubicBezTo>
                    <a:cubicBezTo>
                      <a:pt x="428" y="0"/>
                      <a:pt x="358" y="5"/>
                      <a:pt x="295" y="0"/>
                    </a:cubicBezTo>
                    <a:cubicBezTo>
                      <a:pt x="265" y="2"/>
                      <a:pt x="236" y="3"/>
                      <a:pt x="206" y="7"/>
                    </a:cubicBezTo>
                    <a:cubicBezTo>
                      <a:pt x="198" y="8"/>
                      <a:pt x="192" y="14"/>
                      <a:pt x="184" y="14"/>
                    </a:cubicBezTo>
                    <a:cubicBezTo>
                      <a:pt x="178" y="14"/>
                      <a:pt x="194" y="9"/>
                      <a:pt x="199" y="7"/>
                    </a:cubicBezTo>
                    <a:close/>
                  </a:path>
                </a:pathLst>
              </a:custGeom>
              <a:noFill/>
              <a:ln w="19050" cap="flat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IN"/>
              </a:p>
            </p:txBody>
          </p:sp>
          <p:sp>
            <p:nvSpPr>
              <p:cNvPr id="1640616" name="Freeform 168">
                <a:extLst>
                  <a:ext uri="{FF2B5EF4-FFF2-40B4-BE49-F238E27FC236}">
                    <a16:creationId xmlns="" xmlns:a16="http://schemas.microsoft.com/office/drawing/2014/main" id="{50CD57F8-AE67-529D-3579-8518F053166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58" y="3091"/>
                <a:ext cx="130" cy="211"/>
              </a:xfrm>
              <a:custGeom>
                <a:avLst/>
                <a:gdLst>
                  <a:gd name="T0" fmla="*/ 510 w 802"/>
                  <a:gd name="T1" fmla="*/ 44 h 889"/>
                  <a:gd name="T2" fmla="*/ 376 w 802"/>
                  <a:gd name="T3" fmla="*/ 177 h 889"/>
                  <a:gd name="T4" fmla="*/ 236 w 802"/>
                  <a:gd name="T5" fmla="*/ 296 h 889"/>
                  <a:gd name="T6" fmla="*/ 221 w 802"/>
                  <a:gd name="T7" fmla="*/ 318 h 889"/>
                  <a:gd name="T8" fmla="*/ 199 w 802"/>
                  <a:gd name="T9" fmla="*/ 333 h 889"/>
                  <a:gd name="T10" fmla="*/ 191 w 802"/>
                  <a:gd name="T11" fmla="*/ 355 h 889"/>
                  <a:gd name="T12" fmla="*/ 169 w 802"/>
                  <a:gd name="T13" fmla="*/ 385 h 889"/>
                  <a:gd name="T14" fmla="*/ 132 w 802"/>
                  <a:gd name="T15" fmla="*/ 496 h 889"/>
                  <a:gd name="T16" fmla="*/ 110 w 802"/>
                  <a:gd name="T17" fmla="*/ 518 h 889"/>
                  <a:gd name="T18" fmla="*/ 80 w 802"/>
                  <a:gd name="T19" fmla="*/ 562 h 889"/>
                  <a:gd name="T20" fmla="*/ 43 w 802"/>
                  <a:gd name="T21" fmla="*/ 629 h 889"/>
                  <a:gd name="T22" fmla="*/ 13 w 802"/>
                  <a:gd name="T23" fmla="*/ 703 h 889"/>
                  <a:gd name="T24" fmla="*/ 36 w 802"/>
                  <a:gd name="T25" fmla="*/ 844 h 889"/>
                  <a:gd name="T26" fmla="*/ 80 w 802"/>
                  <a:gd name="T27" fmla="*/ 874 h 889"/>
                  <a:gd name="T28" fmla="*/ 124 w 802"/>
                  <a:gd name="T29" fmla="*/ 888 h 889"/>
                  <a:gd name="T30" fmla="*/ 354 w 802"/>
                  <a:gd name="T31" fmla="*/ 874 h 889"/>
                  <a:gd name="T32" fmla="*/ 517 w 802"/>
                  <a:gd name="T33" fmla="*/ 822 h 889"/>
                  <a:gd name="T34" fmla="*/ 569 w 802"/>
                  <a:gd name="T35" fmla="*/ 792 h 889"/>
                  <a:gd name="T36" fmla="*/ 673 w 802"/>
                  <a:gd name="T37" fmla="*/ 651 h 889"/>
                  <a:gd name="T38" fmla="*/ 695 w 802"/>
                  <a:gd name="T39" fmla="*/ 600 h 889"/>
                  <a:gd name="T40" fmla="*/ 747 w 802"/>
                  <a:gd name="T41" fmla="*/ 533 h 889"/>
                  <a:gd name="T42" fmla="*/ 784 w 802"/>
                  <a:gd name="T43" fmla="*/ 451 h 889"/>
                  <a:gd name="T44" fmla="*/ 798 w 802"/>
                  <a:gd name="T45" fmla="*/ 385 h 889"/>
                  <a:gd name="T46" fmla="*/ 650 w 802"/>
                  <a:gd name="T47" fmla="*/ 0 h 889"/>
                  <a:gd name="T48" fmla="*/ 532 w 802"/>
                  <a:gd name="T49" fmla="*/ 22 h 889"/>
                  <a:gd name="T50" fmla="*/ 510 w 802"/>
                  <a:gd name="T51" fmla="*/ 44 h 8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802" h="889">
                    <a:moveTo>
                      <a:pt x="510" y="44"/>
                    </a:moveTo>
                    <a:cubicBezTo>
                      <a:pt x="455" y="80"/>
                      <a:pt x="422" y="133"/>
                      <a:pt x="376" y="177"/>
                    </a:cubicBezTo>
                    <a:cubicBezTo>
                      <a:pt x="346" y="236"/>
                      <a:pt x="298" y="273"/>
                      <a:pt x="236" y="296"/>
                    </a:cubicBezTo>
                    <a:cubicBezTo>
                      <a:pt x="231" y="303"/>
                      <a:pt x="227" y="312"/>
                      <a:pt x="221" y="318"/>
                    </a:cubicBezTo>
                    <a:cubicBezTo>
                      <a:pt x="215" y="324"/>
                      <a:pt x="205" y="326"/>
                      <a:pt x="199" y="333"/>
                    </a:cubicBezTo>
                    <a:cubicBezTo>
                      <a:pt x="194" y="339"/>
                      <a:pt x="195" y="348"/>
                      <a:pt x="191" y="355"/>
                    </a:cubicBezTo>
                    <a:cubicBezTo>
                      <a:pt x="185" y="366"/>
                      <a:pt x="176" y="375"/>
                      <a:pt x="169" y="385"/>
                    </a:cubicBezTo>
                    <a:cubicBezTo>
                      <a:pt x="156" y="422"/>
                      <a:pt x="155" y="463"/>
                      <a:pt x="132" y="496"/>
                    </a:cubicBezTo>
                    <a:cubicBezTo>
                      <a:pt x="126" y="504"/>
                      <a:pt x="116" y="510"/>
                      <a:pt x="110" y="518"/>
                    </a:cubicBezTo>
                    <a:cubicBezTo>
                      <a:pt x="99" y="532"/>
                      <a:pt x="80" y="562"/>
                      <a:pt x="80" y="562"/>
                    </a:cubicBezTo>
                    <a:cubicBezTo>
                      <a:pt x="68" y="602"/>
                      <a:pt x="78" y="578"/>
                      <a:pt x="43" y="629"/>
                    </a:cubicBezTo>
                    <a:cubicBezTo>
                      <a:pt x="28" y="651"/>
                      <a:pt x="22" y="678"/>
                      <a:pt x="13" y="703"/>
                    </a:cubicBezTo>
                    <a:cubicBezTo>
                      <a:pt x="15" y="727"/>
                      <a:pt x="0" y="812"/>
                      <a:pt x="36" y="844"/>
                    </a:cubicBezTo>
                    <a:cubicBezTo>
                      <a:pt x="49" y="856"/>
                      <a:pt x="65" y="864"/>
                      <a:pt x="80" y="874"/>
                    </a:cubicBezTo>
                    <a:cubicBezTo>
                      <a:pt x="93" y="883"/>
                      <a:pt x="124" y="888"/>
                      <a:pt x="124" y="888"/>
                    </a:cubicBezTo>
                    <a:cubicBezTo>
                      <a:pt x="167" y="886"/>
                      <a:pt x="287" y="889"/>
                      <a:pt x="354" y="874"/>
                    </a:cubicBezTo>
                    <a:cubicBezTo>
                      <a:pt x="410" y="861"/>
                      <a:pt x="461" y="835"/>
                      <a:pt x="517" y="822"/>
                    </a:cubicBezTo>
                    <a:cubicBezTo>
                      <a:pt x="534" y="811"/>
                      <a:pt x="553" y="804"/>
                      <a:pt x="569" y="792"/>
                    </a:cubicBezTo>
                    <a:cubicBezTo>
                      <a:pt x="613" y="757"/>
                      <a:pt x="651" y="702"/>
                      <a:pt x="673" y="651"/>
                    </a:cubicBezTo>
                    <a:cubicBezTo>
                      <a:pt x="680" y="634"/>
                      <a:pt x="685" y="615"/>
                      <a:pt x="695" y="600"/>
                    </a:cubicBezTo>
                    <a:cubicBezTo>
                      <a:pt x="711" y="577"/>
                      <a:pt x="747" y="533"/>
                      <a:pt x="747" y="533"/>
                    </a:cubicBezTo>
                    <a:cubicBezTo>
                      <a:pt x="756" y="504"/>
                      <a:pt x="784" y="451"/>
                      <a:pt x="784" y="451"/>
                    </a:cubicBezTo>
                    <a:cubicBezTo>
                      <a:pt x="787" y="439"/>
                      <a:pt x="798" y="395"/>
                      <a:pt x="798" y="385"/>
                    </a:cubicBezTo>
                    <a:cubicBezTo>
                      <a:pt x="798" y="264"/>
                      <a:pt x="802" y="46"/>
                      <a:pt x="650" y="0"/>
                    </a:cubicBezTo>
                    <a:cubicBezTo>
                      <a:pt x="598" y="5"/>
                      <a:pt x="575" y="6"/>
                      <a:pt x="532" y="22"/>
                    </a:cubicBezTo>
                    <a:cubicBezTo>
                      <a:pt x="516" y="46"/>
                      <a:pt x="526" y="44"/>
                      <a:pt x="510" y="44"/>
                    </a:cubicBezTo>
                    <a:close/>
                  </a:path>
                </a:pathLst>
              </a:custGeom>
              <a:noFill/>
              <a:ln w="19050" cap="flat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IN"/>
              </a:p>
            </p:txBody>
          </p:sp>
          <p:sp>
            <p:nvSpPr>
              <p:cNvPr id="1640617" name="AutoShape 169">
                <a:extLst>
                  <a:ext uri="{FF2B5EF4-FFF2-40B4-BE49-F238E27FC236}">
                    <a16:creationId xmlns="" xmlns:a16="http://schemas.microsoft.com/office/drawing/2014/main" id="{3F4FCD99-F329-AE19-8A99-92BD4EB492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80" y="2880"/>
                <a:ext cx="48" cy="96"/>
              </a:xfrm>
              <a:prstGeom prst="plus">
                <a:avLst>
                  <a:gd name="adj" fmla="val 25000"/>
                </a:avLst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IN"/>
              </a:p>
            </p:txBody>
          </p:sp>
          <p:sp>
            <p:nvSpPr>
              <p:cNvPr id="1640618" name="AutoShape 170">
                <a:extLst>
                  <a:ext uri="{FF2B5EF4-FFF2-40B4-BE49-F238E27FC236}">
                    <a16:creationId xmlns="" xmlns:a16="http://schemas.microsoft.com/office/drawing/2014/main" id="{3BDFD971-F9F0-F140-CCEA-129705E6526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60" y="3168"/>
                <a:ext cx="48" cy="96"/>
              </a:xfrm>
              <a:prstGeom prst="plus">
                <a:avLst>
                  <a:gd name="adj" fmla="val 25000"/>
                </a:avLst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IN"/>
              </a:p>
            </p:txBody>
          </p:sp>
        </p:grpSp>
        <p:sp>
          <p:nvSpPr>
            <p:cNvPr id="1640619" name="Line 171">
              <a:extLst>
                <a:ext uri="{FF2B5EF4-FFF2-40B4-BE49-F238E27FC236}">
                  <a16:creationId xmlns="" xmlns:a16="http://schemas.microsoft.com/office/drawing/2014/main" id="{F902AB4B-54CA-D6CC-7ABF-842EBAF80F2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84" y="3648"/>
              <a:ext cx="52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IN"/>
            </a:p>
          </p:txBody>
        </p:sp>
      </p:grpSp>
    </p:spTree>
  </p:cSld>
  <p:clrMapOvr>
    <a:masterClrMapping/>
  </p:clrMapOvr>
  <p:transition>
    <p:check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0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404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404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7"/>
          <p:cNvSpPr txBox="1">
            <a:spLocks noGrp="1"/>
          </p:cNvSpPr>
          <p:nvPr>
            <p:ph type="title"/>
          </p:nvPr>
        </p:nvSpPr>
        <p:spPr>
          <a:xfrm>
            <a:off x="3124200" y="533400"/>
            <a:ext cx="6248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36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What Is Association Mining?</a:t>
            </a:r>
            <a:endParaRPr/>
          </a:p>
        </p:txBody>
      </p:sp>
      <p:sp>
        <p:nvSpPr>
          <p:cNvPr id="101" name="Google Shape;101;p17"/>
          <p:cNvSpPr txBox="1">
            <a:spLocks noGrp="1"/>
          </p:cNvSpPr>
          <p:nvPr>
            <p:ph type="body" idx="1"/>
          </p:nvPr>
        </p:nvSpPr>
        <p:spPr>
          <a:xfrm>
            <a:off x="537328" y="1371600"/>
            <a:ext cx="11274458" cy="45955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920"/>
              <a:buChar char="•"/>
            </a:pPr>
            <a:r>
              <a:rPr lang="en-US" sz="2400"/>
              <a:t>Association rule mining:</a:t>
            </a:r>
            <a:endParaRPr/>
          </a:p>
          <a:p>
            <a: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920"/>
              <a:buChar char="•"/>
            </a:pPr>
            <a:r>
              <a:rPr lang="en-US"/>
              <a:t>Finding frequent patterns, associations, correlations, or causal structures among sets of items or objects in transaction databases, relational databases, and other information repositories.</a:t>
            </a:r>
            <a:endParaRPr/>
          </a:p>
          <a:p>
            <a: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</a:pPr>
            <a:r>
              <a:rPr lang="en-US">
                <a:solidFill>
                  <a:schemeClr val="hlink"/>
                </a:solidFill>
              </a:rPr>
              <a:t>Frequent pattern</a:t>
            </a:r>
            <a:r>
              <a:rPr lang="en-US"/>
              <a:t>: pattern (set of items, sequence, etc.) that occurs frequently in a database [AIS93]</a:t>
            </a:r>
            <a:endParaRPr/>
          </a:p>
          <a:p>
            <a: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 sz="2400"/>
              <a:t>Motivation: finding regularities in data</a:t>
            </a:r>
            <a:endParaRPr/>
          </a:p>
          <a:p>
            <a: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What products were often purchased together? — Beer and diapers?!</a:t>
            </a:r>
            <a:endParaRPr/>
          </a:p>
          <a:p>
            <a: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What are the subsequent purchases after buying a PC?</a:t>
            </a:r>
            <a:endParaRPr/>
          </a:p>
          <a:p>
            <a: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What kinds of DNA are sensitive to this new drug?</a:t>
            </a:r>
            <a:endParaRPr/>
          </a:p>
          <a:p>
            <a: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Can we automatically classify web documents?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8"/>
          <p:cNvSpPr txBox="1">
            <a:spLocks noGrp="1"/>
          </p:cNvSpPr>
          <p:nvPr>
            <p:ph type="title"/>
          </p:nvPr>
        </p:nvSpPr>
        <p:spPr>
          <a:xfrm>
            <a:off x="923827" y="152400"/>
            <a:ext cx="9286973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36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Why Is Frequent Pattern or Assoiciation Mining an Essential Task in Data Mining?</a:t>
            </a:r>
            <a:endParaRPr/>
          </a:p>
        </p:txBody>
      </p:sp>
      <p:sp>
        <p:nvSpPr>
          <p:cNvPr id="108" name="Google Shape;108;p18"/>
          <p:cNvSpPr txBox="1">
            <a:spLocks noGrp="1"/>
          </p:cNvSpPr>
          <p:nvPr>
            <p:ph type="body" idx="1"/>
          </p:nvPr>
        </p:nvSpPr>
        <p:spPr>
          <a:xfrm>
            <a:off x="641023" y="1524000"/>
            <a:ext cx="11312165" cy="46128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42900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 sz="2400"/>
              <a:t>Foundation for many essential data mining tasks</a:t>
            </a:r>
            <a:endParaRPr/>
          </a:p>
          <a:p>
            <a:pPr marL="914400" lvl="1" indent="-34290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Association, correlation, causality</a:t>
            </a:r>
            <a:endParaRPr/>
          </a:p>
          <a:p>
            <a:pPr marL="914400" lvl="1" indent="-34290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Sequential patterns, temporal or cyclic association, partial periodicity, spatial and multimedia association</a:t>
            </a:r>
            <a:endParaRPr/>
          </a:p>
          <a:p>
            <a:pPr marL="914400" lvl="1" indent="-34290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Associative classification, cluster analysis, iceberg cube, fascicles (semantic data compression)</a:t>
            </a:r>
            <a:endParaRPr/>
          </a:p>
          <a:p>
            <a:pPr marL="457200" lvl="0" indent="-342900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1920"/>
              <a:buChar char="•"/>
            </a:pPr>
            <a:r>
              <a:rPr lang="en-US" sz="2400"/>
              <a:t>Broad applications</a:t>
            </a:r>
            <a:endParaRPr/>
          </a:p>
          <a:p>
            <a:pPr marL="914400" lvl="1" indent="-34290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920"/>
              <a:buChar char="•"/>
            </a:pPr>
            <a:r>
              <a:rPr lang="en-US"/>
              <a:t>Basket data analysis, cross-marketing, catalog design, sale campaign analysis</a:t>
            </a:r>
            <a:endParaRPr/>
          </a:p>
          <a:p>
            <a:pPr marL="914400" lvl="1" indent="-34290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920"/>
              <a:buChar char="•"/>
            </a:pPr>
            <a:r>
              <a:rPr lang="en-US"/>
              <a:t>Web log (click stream) analysis, DNA sequence analysis, etc.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9"/>
          <p:cNvSpPr txBox="1">
            <a:spLocks noGrp="1"/>
          </p:cNvSpPr>
          <p:nvPr>
            <p:ph type="title"/>
          </p:nvPr>
        </p:nvSpPr>
        <p:spPr>
          <a:xfrm>
            <a:off x="1395167" y="247651"/>
            <a:ext cx="8740219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36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Basic Concepts: Frequent Patterns and Association Rules</a:t>
            </a:r>
            <a:endParaRPr/>
          </a:p>
        </p:txBody>
      </p:sp>
      <p:sp>
        <p:nvSpPr>
          <p:cNvPr id="114" name="Google Shape;114;p19"/>
          <p:cNvSpPr txBox="1">
            <a:spLocks noGrp="1"/>
          </p:cNvSpPr>
          <p:nvPr>
            <p:ph type="body" idx="1"/>
          </p:nvPr>
        </p:nvSpPr>
        <p:spPr>
          <a:xfrm>
            <a:off x="5562600" y="1752601"/>
            <a:ext cx="4953000" cy="2703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/>
          <a:p>
            <a: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97297"/>
              <a:buChar char="•"/>
            </a:pPr>
            <a:r>
              <a:rPr lang="en-US" sz="2000"/>
              <a:t>Itemset X={x</a:t>
            </a:r>
            <a:r>
              <a:rPr lang="en-US" sz="2000" baseline="-25000"/>
              <a:t>1</a:t>
            </a:r>
            <a:r>
              <a:rPr lang="en-US" sz="2000"/>
              <a:t>, …, x</a:t>
            </a:r>
            <a:r>
              <a:rPr lang="en-US" sz="2000" baseline="-25000"/>
              <a:t>k</a:t>
            </a:r>
            <a:r>
              <a:rPr lang="en-US" sz="2000"/>
              <a:t>}</a:t>
            </a:r>
            <a:endParaRPr/>
          </a:p>
          <a:p>
            <a: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97297"/>
              <a:buChar char="•"/>
            </a:pPr>
            <a:r>
              <a:rPr lang="en-US" sz="2000"/>
              <a:t>Find all the rules </a:t>
            </a:r>
            <a:r>
              <a:rPr lang="en-US" sz="2000" i="1"/>
              <a:t>X🡪Y</a:t>
            </a:r>
            <a:r>
              <a:rPr lang="en-US" sz="2400" i="1"/>
              <a:t> </a:t>
            </a:r>
            <a:r>
              <a:rPr lang="en-US" sz="2000"/>
              <a:t>with min confidence and support</a:t>
            </a:r>
            <a:endParaRPr sz="2400"/>
          </a:p>
          <a:p>
            <a: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81081"/>
              <a:buChar char="•"/>
            </a:pPr>
            <a:r>
              <a:rPr lang="en-US">
                <a:solidFill>
                  <a:schemeClr val="hlink"/>
                </a:solidFill>
              </a:rPr>
              <a:t>support</a:t>
            </a:r>
            <a:r>
              <a:rPr lang="en-US"/>
              <a:t>, </a:t>
            </a:r>
            <a:r>
              <a:rPr lang="en-US" i="1"/>
              <a:t>s</a:t>
            </a:r>
            <a:r>
              <a:rPr lang="en-US"/>
              <a:t>, </a:t>
            </a:r>
            <a:r>
              <a:rPr lang="en-US">
                <a:solidFill>
                  <a:schemeClr val="lt2"/>
                </a:solidFill>
              </a:rPr>
              <a:t>probability</a:t>
            </a:r>
            <a:r>
              <a:rPr lang="en-US"/>
              <a:t> that a transaction contains X∪Y</a:t>
            </a:r>
            <a:endParaRPr/>
          </a:p>
          <a:p>
            <a: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81081"/>
              <a:buChar char="•"/>
            </a:pPr>
            <a:r>
              <a:rPr lang="en-US">
                <a:solidFill>
                  <a:schemeClr val="hlink"/>
                </a:solidFill>
              </a:rPr>
              <a:t>confidence</a:t>
            </a:r>
            <a:r>
              <a:rPr lang="en-US"/>
              <a:t>, </a:t>
            </a:r>
            <a:r>
              <a:rPr lang="en-US" i="1"/>
              <a:t>c,</a:t>
            </a:r>
            <a:r>
              <a:rPr lang="en-US"/>
              <a:t> </a:t>
            </a:r>
            <a:r>
              <a:rPr lang="en-US">
                <a:solidFill>
                  <a:schemeClr val="lt2"/>
                </a:solidFill>
              </a:rPr>
              <a:t>conditional probability</a:t>
            </a:r>
            <a:r>
              <a:rPr lang="en-US"/>
              <a:t> that a transaction having X also contains </a:t>
            </a:r>
            <a:r>
              <a:rPr lang="en-US" i="1"/>
              <a:t>Y</a:t>
            </a:r>
            <a:r>
              <a:rPr lang="en-US"/>
              <a:t>.</a:t>
            </a:r>
            <a:endParaRPr/>
          </a:p>
        </p:txBody>
      </p:sp>
      <p:sp>
        <p:nvSpPr>
          <p:cNvPr id="115" name="Google Shape;115;p19"/>
          <p:cNvSpPr/>
          <p:nvPr/>
        </p:nvSpPr>
        <p:spPr>
          <a:xfrm>
            <a:off x="6172200" y="4800600"/>
            <a:ext cx="407035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1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Let  min_support = 50%,    min_conf  = 50%:</a:t>
            </a:r>
            <a:endParaRPr sz="2800" b="0" i="1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1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</a:t>
            </a:r>
            <a:r>
              <a:rPr lang="en-US" sz="1400" b="0" i="0" u="none" strike="noStrike" cap="none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🡪</a:t>
            </a:r>
            <a:r>
              <a:rPr lang="en-US" sz="1400" b="0" i="1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  </a:t>
            </a:r>
            <a:r>
              <a:rPr lang="en-US"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(50%, 66.7%)</a:t>
            </a:r>
            <a:endParaRPr/>
          </a:p>
          <a:p>
            <a: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1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 </a:t>
            </a:r>
            <a:r>
              <a:rPr lang="en-US" sz="1400" b="0" i="0" u="none" strike="noStrike" cap="none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🡪</a:t>
            </a:r>
            <a:r>
              <a:rPr lang="en-US" sz="1400" b="0" i="1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  </a:t>
            </a:r>
            <a:r>
              <a:rPr lang="en-US"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(50%, 100%)</a:t>
            </a:r>
            <a:endParaRPr/>
          </a:p>
        </p:txBody>
      </p:sp>
      <p:grpSp>
        <p:nvGrpSpPr>
          <p:cNvPr id="116" name="Google Shape;116;p19"/>
          <p:cNvGrpSpPr/>
          <p:nvPr/>
        </p:nvGrpSpPr>
        <p:grpSpPr>
          <a:xfrm>
            <a:off x="1676400" y="3922715"/>
            <a:ext cx="3886200" cy="2478086"/>
            <a:chOff x="192" y="2400"/>
            <a:chExt cx="2448" cy="1657"/>
          </a:xfrm>
        </p:grpSpPr>
        <p:sp>
          <p:nvSpPr>
            <p:cNvPr id="117" name="Google Shape;117;p19"/>
            <p:cNvSpPr/>
            <p:nvPr/>
          </p:nvSpPr>
          <p:spPr>
            <a:xfrm>
              <a:off x="384" y="2736"/>
              <a:ext cx="1200" cy="864"/>
            </a:xfrm>
            <a:prstGeom prst="ellipse">
              <a:avLst/>
            </a:prstGeom>
            <a:solidFill>
              <a:srgbClr val="FFFF00"/>
            </a:solidFill>
            <a:ln w="25400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" name="Google Shape;118;p19"/>
            <p:cNvSpPr/>
            <p:nvPr/>
          </p:nvSpPr>
          <p:spPr>
            <a:xfrm>
              <a:off x="1008" y="2736"/>
              <a:ext cx="1200" cy="960"/>
            </a:xfrm>
            <a:prstGeom prst="ellipse">
              <a:avLst/>
            </a:prstGeom>
            <a:solidFill>
              <a:srgbClr val="99CCFF">
                <a:alpha val="49803"/>
              </a:srgbClr>
            </a:solidFill>
            <a:ln w="25400" cap="flat" cmpd="sng">
              <a:solidFill>
                <a:schemeClr val="hlink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19" name="Google Shape;119;p19"/>
            <p:cNvCxnSpPr/>
            <p:nvPr/>
          </p:nvCxnSpPr>
          <p:spPr>
            <a:xfrm flipH="1">
              <a:off x="576" y="3168"/>
              <a:ext cx="144" cy="48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0" name="Google Shape;120;p19"/>
            <p:cNvCxnSpPr/>
            <p:nvPr/>
          </p:nvCxnSpPr>
          <p:spPr>
            <a:xfrm rot="10800000" flipH="1">
              <a:off x="2016" y="2832"/>
              <a:ext cx="144" cy="432"/>
            </a:xfrm>
            <a:prstGeom prst="straightConnector1">
              <a:avLst/>
            </a:prstGeom>
            <a:noFill/>
            <a:ln w="9525" cap="flat" cmpd="sng">
              <a:solidFill>
                <a:schemeClr val="hlink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1" name="Google Shape;121;p19"/>
            <p:cNvCxnSpPr/>
            <p:nvPr/>
          </p:nvCxnSpPr>
          <p:spPr>
            <a:xfrm rot="10800000">
              <a:off x="1440" y="2592"/>
              <a:ext cx="0" cy="576"/>
            </a:xfrm>
            <a:prstGeom prst="straightConnector1">
              <a:avLst/>
            </a:prstGeom>
            <a:noFill/>
            <a:ln w="9525" cap="flat" cmpd="sng">
              <a:solidFill>
                <a:srgbClr val="008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22" name="Google Shape;122;p19"/>
            <p:cNvSpPr txBox="1"/>
            <p:nvPr/>
          </p:nvSpPr>
          <p:spPr>
            <a:xfrm>
              <a:off x="1824" y="2448"/>
              <a:ext cx="768" cy="39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1" i="0" u="none" strike="noStrike" cap="none">
                  <a:solidFill>
                    <a:schemeClr val="hlink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Customer</a:t>
              </a:r>
              <a:endParaRPr/>
            </a:p>
            <a:p>
              <a:pPr marL="0" marR="0" lvl="0" indent="0" algn="l" rtl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1" i="0" u="none" strike="noStrike" cap="none">
                  <a:solidFill>
                    <a:schemeClr val="hlink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buys diaper</a:t>
              </a:r>
              <a:endParaRPr sz="1800" b="1" i="0" u="sng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23" name="Google Shape;123;p19"/>
            <p:cNvSpPr txBox="1"/>
            <p:nvPr/>
          </p:nvSpPr>
          <p:spPr>
            <a:xfrm>
              <a:off x="960" y="2400"/>
              <a:ext cx="657" cy="39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1" i="0" u="none" strike="noStrike" cap="none">
                  <a:solidFill>
                    <a:srgbClr val="5FA18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Customer</a:t>
              </a:r>
              <a:endParaRPr/>
            </a:p>
            <a:p>
              <a:pPr marL="0" marR="0" lvl="0" indent="0" algn="l" rtl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1" i="0" u="none" strike="noStrike" cap="none">
                  <a:solidFill>
                    <a:srgbClr val="5FA18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buys both</a:t>
              </a:r>
              <a:endParaRPr sz="1800" b="1" i="0" u="sng" strike="noStrike" cap="none">
                <a:solidFill>
                  <a:srgbClr val="5FA18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24" name="Google Shape;124;p19"/>
            <p:cNvSpPr txBox="1"/>
            <p:nvPr/>
          </p:nvSpPr>
          <p:spPr>
            <a:xfrm>
              <a:off x="384" y="3600"/>
              <a:ext cx="657" cy="39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1" i="0" u="none" strike="noStrike" cap="none">
                  <a:solidFill>
                    <a:schemeClr val="lt2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Customer</a:t>
              </a:r>
              <a:endParaRPr/>
            </a:p>
            <a:p>
              <a:pPr marL="0" marR="0" lvl="0" indent="0" algn="l" rtl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1" i="0" u="none" strike="noStrike" cap="none">
                  <a:solidFill>
                    <a:schemeClr val="lt2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buys beer</a:t>
              </a:r>
              <a:endParaRPr sz="1800" b="1" i="0" u="sng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25" name="Google Shape;125;p19"/>
            <p:cNvSpPr/>
            <p:nvPr/>
          </p:nvSpPr>
          <p:spPr>
            <a:xfrm>
              <a:off x="192" y="2400"/>
              <a:ext cx="2448" cy="1657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aphicFrame>
        <p:nvGraphicFramePr>
          <p:cNvPr id="126" name="Google Shape;126;p19"/>
          <p:cNvGraphicFramePr/>
          <p:nvPr/>
        </p:nvGraphicFramePr>
        <p:xfrm>
          <a:off x="1676400" y="1905000"/>
          <a:ext cx="3886200" cy="167645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943100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194310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</a:tblGrid>
              <a:tr h="1619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960"/>
                        <a:buFont typeface="Noto Sans Symbols"/>
                        <a:buNone/>
                      </a:pPr>
                      <a:r>
                        <a:rPr lang="en-US" sz="1600" b="1" i="0" u="none" strike="noStrike" cap="none">
                          <a:solidFill>
                            <a:schemeClr val="hlink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Transaction-id</a:t>
                      </a:r>
                      <a:endParaRPr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960"/>
                        <a:buFont typeface="Noto Sans Symbols"/>
                        <a:buNone/>
                      </a:pPr>
                      <a:r>
                        <a:rPr lang="en-US" sz="1600" b="1" i="0" u="none" strike="noStrike" cap="none">
                          <a:solidFill>
                            <a:schemeClr val="hlink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Items bought</a:t>
                      </a:r>
                      <a:endParaRPr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1635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960"/>
                        <a:buFont typeface="Noto Sans Symbols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10</a:t>
                      </a:r>
                      <a:endParaRPr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960"/>
                        <a:buFont typeface="Noto Sans Symbols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A, B, C</a:t>
                      </a:r>
                      <a:endParaRPr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960"/>
                        <a:buFont typeface="Noto Sans Symbols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20</a:t>
                      </a:r>
                      <a:endParaRPr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960"/>
                        <a:buFont typeface="Noto Sans Symbols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A, C</a:t>
                      </a:r>
                      <a:endParaRPr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1635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960"/>
                        <a:buFont typeface="Noto Sans Symbols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30</a:t>
                      </a:r>
                      <a:endParaRPr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960"/>
                        <a:buFont typeface="Noto Sans Symbols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A, D</a:t>
                      </a:r>
                      <a:endParaRPr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960"/>
                        <a:buFont typeface="Noto Sans Symbols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40</a:t>
                      </a:r>
                      <a:endParaRPr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960"/>
                        <a:buFont typeface="Noto Sans Symbols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B, E, F</a:t>
                      </a:r>
                      <a:endParaRPr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0"/>
          <p:cNvSpPr txBox="1">
            <a:spLocks noGrp="1"/>
          </p:cNvSpPr>
          <p:nvPr>
            <p:ph type="title"/>
          </p:nvPr>
        </p:nvSpPr>
        <p:spPr>
          <a:xfrm>
            <a:off x="1828800" y="447208"/>
            <a:ext cx="80010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36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Mining Association Rules—an Example</a:t>
            </a:r>
            <a:endParaRPr/>
          </a:p>
        </p:txBody>
      </p:sp>
      <p:sp>
        <p:nvSpPr>
          <p:cNvPr id="132" name="Google Shape;132;p20"/>
          <p:cNvSpPr txBox="1">
            <a:spLocks noGrp="1"/>
          </p:cNvSpPr>
          <p:nvPr>
            <p:ph type="body" idx="1"/>
          </p:nvPr>
        </p:nvSpPr>
        <p:spPr>
          <a:xfrm>
            <a:off x="1979613" y="4005264"/>
            <a:ext cx="8196262" cy="2389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Noto Sans Symbols"/>
              <a:buNone/>
            </a:pPr>
            <a:r>
              <a:rPr lang="en-US"/>
              <a:t>For rule </a:t>
            </a:r>
            <a:r>
              <a:rPr lang="en-US" i="1"/>
              <a:t>A</a:t>
            </a:r>
            <a:r>
              <a:rPr lang="en-US"/>
              <a:t> ⇒ </a:t>
            </a:r>
            <a:r>
              <a:rPr lang="en-US" i="1"/>
              <a:t>C</a:t>
            </a:r>
            <a:r>
              <a:rPr lang="en-US"/>
              <a:t>:</a:t>
            </a:r>
            <a:endParaRPr/>
          </a:p>
          <a:p>
            <a: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Noto Sans Symbols"/>
              <a:buNone/>
            </a:pPr>
            <a:r>
              <a:rPr lang="en-US"/>
              <a:t>support = support({</a:t>
            </a:r>
            <a:r>
              <a:rPr lang="en-US" i="1"/>
              <a:t>A</a:t>
            </a:r>
            <a:r>
              <a:rPr lang="en-US"/>
              <a:t>}∪{</a:t>
            </a:r>
            <a:r>
              <a:rPr lang="en-US" i="1"/>
              <a:t>C</a:t>
            </a:r>
            <a:r>
              <a:rPr lang="en-US"/>
              <a:t>}) = 50%</a:t>
            </a:r>
            <a:endParaRPr/>
          </a:p>
          <a:p>
            <a: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Noto Sans Symbols"/>
              <a:buNone/>
            </a:pPr>
            <a:r>
              <a:rPr lang="en-US"/>
              <a:t>confidence = support({</a:t>
            </a:r>
            <a:r>
              <a:rPr lang="en-US" i="1"/>
              <a:t>A</a:t>
            </a:r>
            <a:r>
              <a:rPr lang="en-US"/>
              <a:t>}∪{</a:t>
            </a:r>
            <a:r>
              <a:rPr lang="en-US" i="1"/>
              <a:t>C</a:t>
            </a:r>
            <a:r>
              <a:rPr lang="en-US"/>
              <a:t>})/support({</a:t>
            </a:r>
            <a:r>
              <a:rPr lang="en-US" i="1"/>
              <a:t>A</a:t>
            </a:r>
            <a:r>
              <a:rPr lang="en-US"/>
              <a:t>}) = 66.6%</a:t>
            </a:r>
            <a:endParaRPr/>
          </a:p>
        </p:txBody>
      </p:sp>
      <p:sp>
        <p:nvSpPr>
          <p:cNvPr id="133" name="Google Shape;133;p20"/>
          <p:cNvSpPr txBox="1"/>
          <p:nvPr/>
        </p:nvSpPr>
        <p:spPr>
          <a:xfrm>
            <a:off x="6419851" y="1932315"/>
            <a:ext cx="1736373" cy="523220"/>
          </a:xfrm>
          <a:prstGeom prst="rect">
            <a:avLst/>
          </a:prstGeom>
          <a:solidFill>
            <a:srgbClr val="66FF99"/>
          </a:solidFill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Min. support 50%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Min. confidence 50%</a:t>
            </a:r>
            <a:endParaRPr/>
          </a:p>
        </p:txBody>
      </p:sp>
      <p:cxnSp>
        <p:nvCxnSpPr>
          <p:cNvPr id="134" name="Google Shape;134;p20"/>
          <p:cNvCxnSpPr/>
          <p:nvPr/>
        </p:nvCxnSpPr>
        <p:spPr>
          <a:xfrm>
            <a:off x="5715000" y="2897189"/>
            <a:ext cx="838200" cy="834900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chemeClr val="lt2"/>
            </a:solidFill>
            <a:prstDash val="solid"/>
            <a:miter lim="800000"/>
            <a:headEnd type="none" w="med" len="med"/>
            <a:tailEnd type="triangle" w="med" len="med"/>
          </a:ln>
        </p:spPr>
      </p:cxnSp>
      <p:graphicFrame>
        <p:nvGraphicFramePr>
          <p:cNvPr id="135" name="Google Shape;135;p20"/>
          <p:cNvGraphicFramePr/>
          <p:nvPr/>
        </p:nvGraphicFramePr>
        <p:xfrm>
          <a:off x="1828800" y="1984375"/>
          <a:ext cx="3886200" cy="167645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943100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194310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</a:tblGrid>
              <a:tr h="1619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960"/>
                        <a:buFont typeface="Noto Sans Symbols"/>
                        <a:buNone/>
                      </a:pPr>
                      <a:r>
                        <a:rPr lang="en-US" sz="1600" b="1" i="0" u="none" strike="noStrike" cap="none">
                          <a:solidFill>
                            <a:schemeClr val="hlink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Transaction-id</a:t>
                      </a:r>
                      <a:endParaRPr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960"/>
                        <a:buFont typeface="Noto Sans Symbols"/>
                        <a:buNone/>
                      </a:pPr>
                      <a:r>
                        <a:rPr lang="en-US" sz="1600" b="1" i="0" u="none" strike="noStrike" cap="none">
                          <a:solidFill>
                            <a:schemeClr val="hlink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Items bought</a:t>
                      </a:r>
                      <a:endParaRPr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1635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960"/>
                        <a:buFont typeface="Noto Sans Symbols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10</a:t>
                      </a:r>
                      <a:endParaRPr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960"/>
                        <a:buFont typeface="Noto Sans Symbols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A, B, C</a:t>
                      </a:r>
                      <a:endParaRPr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960"/>
                        <a:buFont typeface="Noto Sans Symbols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20</a:t>
                      </a:r>
                      <a:endParaRPr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960"/>
                        <a:buFont typeface="Noto Sans Symbols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A, C</a:t>
                      </a:r>
                      <a:endParaRPr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1635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960"/>
                        <a:buFont typeface="Noto Sans Symbols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30</a:t>
                      </a:r>
                      <a:endParaRPr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960"/>
                        <a:buFont typeface="Noto Sans Symbols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A, D</a:t>
                      </a:r>
                      <a:endParaRPr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960"/>
                        <a:buFont typeface="Noto Sans Symbols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40</a:t>
                      </a:r>
                      <a:endParaRPr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960"/>
                        <a:buFont typeface="Noto Sans Symbols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B, E, F</a:t>
                      </a:r>
                      <a:endParaRPr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36" name="Google Shape;136;p20"/>
          <p:cNvGraphicFramePr/>
          <p:nvPr/>
        </p:nvGraphicFramePr>
        <p:xfrm>
          <a:off x="6553200" y="2819400"/>
          <a:ext cx="3886200" cy="167645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2362200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152400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</a:tblGrid>
              <a:tr h="1619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960"/>
                        <a:buFont typeface="Noto Sans Symbols"/>
                        <a:buNone/>
                      </a:pPr>
                      <a:r>
                        <a:rPr lang="en-US" sz="1600" b="1" i="0" u="none" strike="noStrike" cap="none">
                          <a:solidFill>
                            <a:schemeClr val="hlink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Frequent pattern</a:t>
                      </a:r>
                      <a:endParaRPr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960"/>
                        <a:buFont typeface="Noto Sans Symbols"/>
                        <a:buNone/>
                      </a:pPr>
                      <a:r>
                        <a:rPr lang="en-US" sz="1600" b="1" i="0" u="none" strike="noStrike" cap="none">
                          <a:solidFill>
                            <a:schemeClr val="hlink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Support</a:t>
                      </a:r>
                      <a:endParaRPr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1635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960"/>
                        <a:buFont typeface="Noto Sans Symbols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{A}</a:t>
                      </a:r>
                      <a:endParaRPr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960"/>
                        <a:buFont typeface="Noto Sans Symbols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75%</a:t>
                      </a:r>
                      <a:endParaRPr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960"/>
                        <a:buFont typeface="Noto Sans Symbols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{B}</a:t>
                      </a:r>
                      <a:endParaRPr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960"/>
                        <a:buFont typeface="Noto Sans Symbols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50%</a:t>
                      </a:r>
                      <a:endParaRPr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1635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960"/>
                        <a:buFont typeface="Noto Sans Symbols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{C}</a:t>
                      </a:r>
                      <a:endParaRPr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960"/>
                        <a:buFont typeface="Noto Sans Symbols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50%</a:t>
                      </a:r>
                      <a:endParaRPr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960"/>
                        <a:buFont typeface="Noto Sans Symbols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{A, C}</a:t>
                      </a:r>
                      <a:endParaRPr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960"/>
                        <a:buFont typeface="Noto Sans Symbols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50%</a:t>
                      </a:r>
                      <a:endParaRPr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2"/>
          <p:cNvSpPr txBox="1">
            <a:spLocks noGrp="1"/>
          </p:cNvSpPr>
          <p:nvPr>
            <p:ph type="title"/>
          </p:nvPr>
        </p:nvSpPr>
        <p:spPr>
          <a:xfrm>
            <a:off x="1566420" y="473697"/>
            <a:ext cx="83058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36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Apriori: A Candidate Generation-and-test Approach</a:t>
            </a:r>
            <a:endParaRPr/>
          </a:p>
        </p:txBody>
      </p:sp>
      <p:sp>
        <p:nvSpPr>
          <p:cNvPr id="148" name="Google Shape;148;p22"/>
          <p:cNvSpPr txBox="1">
            <a:spLocks noGrp="1"/>
          </p:cNvSpPr>
          <p:nvPr>
            <p:ph type="body" idx="1"/>
          </p:nvPr>
        </p:nvSpPr>
        <p:spPr>
          <a:xfrm>
            <a:off x="471339" y="1447800"/>
            <a:ext cx="11425287" cy="46890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 sz="2400" u="sng">
                <a:solidFill>
                  <a:schemeClr val="hlink"/>
                </a:solidFill>
              </a:rPr>
              <a:t>Any subset of a frequent itemset must be frequent</a:t>
            </a:r>
            <a:endParaRPr sz="2400">
              <a:solidFill>
                <a:schemeClr val="hlink"/>
              </a:solidFill>
            </a:endParaRPr>
          </a:p>
          <a:p>
            <a: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</a:pPr>
            <a:r>
              <a:rPr lang="en-US">
                <a:solidFill>
                  <a:schemeClr val="dk2"/>
                </a:solidFill>
              </a:rPr>
              <a:t>if </a:t>
            </a:r>
            <a:r>
              <a:rPr lang="en-US" b="1">
                <a:solidFill>
                  <a:schemeClr val="dk2"/>
                </a:solidFill>
              </a:rPr>
              <a:t>{beer, diaper, nuts}</a:t>
            </a:r>
            <a:r>
              <a:rPr lang="en-US">
                <a:solidFill>
                  <a:schemeClr val="dk2"/>
                </a:solidFill>
              </a:rPr>
              <a:t> is frequent, so is </a:t>
            </a:r>
            <a:r>
              <a:rPr lang="en-US" b="1">
                <a:solidFill>
                  <a:schemeClr val="dk2"/>
                </a:solidFill>
              </a:rPr>
              <a:t>{beer, diaper}</a:t>
            </a:r>
            <a:endParaRPr>
              <a:solidFill>
                <a:schemeClr val="dk2"/>
              </a:solidFill>
            </a:endParaRPr>
          </a:p>
          <a:p>
            <a: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</a:pPr>
            <a:r>
              <a:rPr lang="en-US">
                <a:solidFill>
                  <a:schemeClr val="dk2"/>
                </a:solidFill>
              </a:rPr>
              <a:t>Every transaction having {beer, diaper, nuts} also contains {beer, diaper} </a:t>
            </a:r>
            <a:endParaRPr/>
          </a:p>
          <a:p>
            <a: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 sz="2400" u="sng">
                <a:solidFill>
                  <a:schemeClr val="hlink"/>
                </a:solidFill>
              </a:rPr>
              <a:t>Apriori pruning principle</a:t>
            </a:r>
            <a:r>
              <a:rPr lang="en-US" sz="2400">
                <a:solidFill>
                  <a:schemeClr val="hlink"/>
                </a:solidFill>
              </a:rPr>
              <a:t>: </a:t>
            </a:r>
            <a:r>
              <a:rPr lang="en-US" sz="2400">
                <a:solidFill>
                  <a:schemeClr val="lt2"/>
                </a:solidFill>
              </a:rPr>
              <a:t>If there is </a:t>
            </a:r>
            <a:r>
              <a:rPr lang="en-US" sz="2400">
                <a:solidFill>
                  <a:schemeClr val="hlink"/>
                </a:solidFill>
              </a:rPr>
              <a:t>any</a:t>
            </a:r>
            <a:r>
              <a:rPr lang="en-US" sz="2400">
                <a:solidFill>
                  <a:schemeClr val="lt2"/>
                </a:solidFill>
              </a:rPr>
              <a:t> itemset which is infrequent, its superset should not be generated/tested!</a:t>
            </a:r>
            <a:endParaRPr/>
          </a:p>
          <a:p>
            <a: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 sz="2400">
                <a:solidFill>
                  <a:schemeClr val="dk2"/>
                </a:solidFill>
              </a:rPr>
              <a:t>Method: </a:t>
            </a:r>
            <a:endParaRPr/>
          </a:p>
          <a:p>
            <a: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</a:pPr>
            <a:r>
              <a:rPr lang="en-US">
                <a:solidFill>
                  <a:schemeClr val="dk2"/>
                </a:solidFill>
              </a:rPr>
              <a:t>generate length (k+1) candidate itemsets from length k </a:t>
            </a:r>
            <a:r>
              <a:rPr lang="en-US">
                <a:solidFill>
                  <a:schemeClr val="hlink"/>
                </a:solidFill>
              </a:rPr>
              <a:t>frequent</a:t>
            </a:r>
            <a:r>
              <a:rPr lang="en-US">
                <a:solidFill>
                  <a:schemeClr val="dk2"/>
                </a:solidFill>
              </a:rPr>
              <a:t> itemsets, and</a:t>
            </a:r>
            <a:endParaRPr/>
          </a:p>
          <a:p>
            <a: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</a:pPr>
            <a:r>
              <a:rPr lang="en-US">
                <a:solidFill>
                  <a:schemeClr val="dk2"/>
                </a:solidFill>
              </a:rPr>
              <a:t>test the candidates against DB</a:t>
            </a:r>
            <a:endParaRPr/>
          </a:p>
          <a:p>
            <a: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 sz="2400">
                <a:solidFill>
                  <a:schemeClr val="dk2"/>
                </a:solidFill>
              </a:rPr>
              <a:t>The performance studies show its efficiency and scalability</a:t>
            </a:r>
            <a:endParaRPr/>
          </a:p>
          <a:p>
            <a: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 sz="2400">
                <a:solidFill>
                  <a:schemeClr val="dk2"/>
                </a:solidFill>
              </a:rPr>
              <a:t>Agrawal &amp; Srikant 1994, Mannila, et al. 1994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3"/>
          <p:cNvSpPr txBox="1">
            <a:spLocks noGrp="1"/>
          </p:cNvSpPr>
          <p:nvPr>
            <p:ph type="title"/>
          </p:nvPr>
        </p:nvSpPr>
        <p:spPr>
          <a:xfrm>
            <a:off x="437124" y="-5248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36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Apriori Algorithm—An Example</a:t>
            </a:r>
            <a:endParaRPr/>
          </a:p>
        </p:txBody>
      </p:sp>
      <p:sp>
        <p:nvSpPr>
          <p:cNvPr id="154" name="Google Shape;154;p23"/>
          <p:cNvSpPr txBox="1"/>
          <p:nvPr/>
        </p:nvSpPr>
        <p:spPr>
          <a:xfrm>
            <a:off x="1954364" y="1463775"/>
            <a:ext cx="124906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Database TDB</a:t>
            </a:r>
            <a:endParaRPr/>
          </a:p>
        </p:txBody>
      </p:sp>
      <p:sp>
        <p:nvSpPr>
          <p:cNvPr id="155" name="Google Shape;155;p23"/>
          <p:cNvSpPr txBox="1"/>
          <p:nvPr/>
        </p:nvSpPr>
        <p:spPr>
          <a:xfrm>
            <a:off x="3885735" y="2348012"/>
            <a:ext cx="720069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-US" sz="1400" b="0" i="0" u="none" strike="noStrike" cap="none" baseline="30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</a:t>
            </a:r>
            <a:r>
              <a:rPr lang="en-US"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scan</a:t>
            </a:r>
            <a:endParaRPr/>
          </a:p>
        </p:txBody>
      </p:sp>
      <p:cxnSp>
        <p:nvCxnSpPr>
          <p:cNvPr id="156" name="Google Shape;156;p23"/>
          <p:cNvCxnSpPr/>
          <p:nvPr/>
        </p:nvCxnSpPr>
        <p:spPr>
          <a:xfrm>
            <a:off x="3821113" y="2719388"/>
            <a:ext cx="83185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57" name="Google Shape;157;p23"/>
          <p:cNvSpPr txBox="1"/>
          <p:nvPr/>
        </p:nvSpPr>
        <p:spPr>
          <a:xfrm>
            <a:off x="4345449" y="1795562"/>
            <a:ext cx="364202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1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lang="en-US" sz="1400" b="0" i="1" u="none" strike="noStrike" cap="none" baseline="-25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/>
          </a:p>
        </p:txBody>
      </p:sp>
      <p:sp>
        <p:nvSpPr>
          <p:cNvPr id="158" name="Google Shape;158;p23"/>
          <p:cNvSpPr txBox="1"/>
          <p:nvPr/>
        </p:nvSpPr>
        <p:spPr>
          <a:xfrm>
            <a:off x="6926824" y="1638400"/>
            <a:ext cx="343364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1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</a:t>
            </a:r>
            <a:r>
              <a:rPr lang="en-US" sz="1400" b="0" i="1" u="none" strike="noStrike" cap="none" baseline="-25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/>
          </a:p>
        </p:txBody>
      </p:sp>
      <p:sp>
        <p:nvSpPr>
          <p:cNvPr id="159" name="Google Shape;159;p23"/>
          <p:cNvSpPr txBox="1"/>
          <p:nvPr/>
        </p:nvSpPr>
        <p:spPr>
          <a:xfrm>
            <a:off x="1881749" y="3803750"/>
            <a:ext cx="343364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1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</a:t>
            </a:r>
            <a:r>
              <a:rPr lang="en-US" sz="1400" b="0" i="1" u="none" strike="noStrike" cap="none" baseline="-25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/>
          </a:p>
        </p:txBody>
      </p:sp>
      <p:sp>
        <p:nvSpPr>
          <p:cNvPr id="160" name="Google Shape;160;p23"/>
          <p:cNvSpPr txBox="1"/>
          <p:nvPr/>
        </p:nvSpPr>
        <p:spPr>
          <a:xfrm>
            <a:off x="4315287" y="3406875"/>
            <a:ext cx="364202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1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lang="en-US" sz="1400" b="0" i="1" u="none" strike="noStrike" cap="none" baseline="-25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/>
          </a:p>
        </p:txBody>
      </p:sp>
      <p:sp>
        <p:nvSpPr>
          <p:cNvPr id="161" name="Google Shape;161;p23"/>
          <p:cNvSpPr txBox="1"/>
          <p:nvPr/>
        </p:nvSpPr>
        <p:spPr>
          <a:xfrm>
            <a:off x="7602999" y="3457675"/>
            <a:ext cx="364202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1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lang="en-US" sz="1400" b="0" i="1" u="none" strike="noStrike" cap="none" baseline="-25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/>
          </a:p>
        </p:txBody>
      </p:sp>
      <p:cxnSp>
        <p:nvCxnSpPr>
          <p:cNvPr id="162" name="Google Shape;162;p23"/>
          <p:cNvCxnSpPr/>
          <p:nvPr/>
        </p:nvCxnSpPr>
        <p:spPr>
          <a:xfrm rot="10800000">
            <a:off x="6651626" y="4252913"/>
            <a:ext cx="1120775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63" name="Google Shape;163;p23"/>
          <p:cNvSpPr txBox="1"/>
          <p:nvPr/>
        </p:nvSpPr>
        <p:spPr>
          <a:xfrm>
            <a:off x="6831949" y="3825975"/>
            <a:ext cx="758541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US" sz="1400" b="0" i="0" u="none" strike="noStrike" cap="none" baseline="30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nd</a:t>
            </a:r>
            <a:r>
              <a:rPr lang="en-US"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scan</a:t>
            </a:r>
            <a:endParaRPr/>
          </a:p>
        </p:txBody>
      </p:sp>
      <p:sp>
        <p:nvSpPr>
          <p:cNvPr id="164" name="Google Shape;164;p23"/>
          <p:cNvSpPr/>
          <p:nvPr/>
        </p:nvSpPr>
        <p:spPr>
          <a:xfrm>
            <a:off x="9385301" y="3344169"/>
            <a:ext cx="627063" cy="307777"/>
          </a:xfrm>
          <a:prstGeom prst="curvedLeftArrow">
            <a:avLst>
              <a:gd name="adj1" fmla="val 27291"/>
              <a:gd name="adj2" fmla="val 54582"/>
              <a:gd name="adj3" fmla="val 33333"/>
            </a:avLst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65" name="Google Shape;165;p23"/>
          <p:cNvCxnSpPr/>
          <p:nvPr/>
        </p:nvCxnSpPr>
        <p:spPr>
          <a:xfrm>
            <a:off x="4059239" y="6299200"/>
            <a:ext cx="1692275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66" name="Google Shape;166;p23"/>
          <p:cNvSpPr txBox="1"/>
          <p:nvPr/>
        </p:nvSpPr>
        <p:spPr>
          <a:xfrm>
            <a:off x="2284874" y="5877025"/>
            <a:ext cx="364202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1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lang="en-US" sz="1400" b="0" i="1" u="none" strike="noStrike" cap="none" baseline="-25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/>
          </a:p>
        </p:txBody>
      </p:sp>
      <p:sp>
        <p:nvSpPr>
          <p:cNvPr id="167" name="Google Shape;167;p23"/>
          <p:cNvSpPr txBox="1"/>
          <p:nvPr/>
        </p:nvSpPr>
        <p:spPr>
          <a:xfrm>
            <a:off x="5694924" y="5865912"/>
            <a:ext cx="343364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1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</a:t>
            </a:r>
            <a:r>
              <a:rPr lang="en-US" sz="1400" b="0" i="1" u="none" strike="noStrike" cap="none" baseline="-25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/>
          </a:p>
        </p:txBody>
      </p:sp>
      <p:sp>
        <p:nvSpPr>
          <p:cNvPr id="168" name="Google Shape;168;p23"/>
          <p:cNvSpPr txBox="1"/>
          <p:nvPr/>
        </p:nvSpPr>
        <p:spPr>
          <a:xfrm>
            <a:off x="4424598" y="5956400"/>
            <a:ext cx="739305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lang="en-US" sz="1400" b="0" i="0" u="none" strike="noStrike" cap="none" baseline="30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rd</a:t>
            </a:r>
            <a:r>
              <a:rPr lang="en-US"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scan</a:t>
            </a:r>
            <a:endParaRPr/>
          </a:p>
        </p:txBody>
      </p:sp>
      <p:sp>
        <p:nvSpPr>
          <p:cNvPr id="169" name="Google Shape;169;p23"/>
          <p:cNvSpPr/>
          <p:nvPr/>
        </p:nvSpPr>
        <p:spPr>
          <a:xfrm>
            <a:off x="1725614" y="5317431"/>
            <a:ext cx="184731" cy="307777"/>
          </a:xfrm>
          <a:prstGeom prst="curvedRightArrow">
            <a:avLst>
              <a:gd name="adj1" fmla="val 56619"/>
              <a:gd name="adj2" fmla="val 113237"/>
              <a:gd name="adj3" fmla="val 33333"/>
            </a:avLst>
          </a:pr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0" name="Google Shape;170;p23"/>
          <p:cNvCxnSpPr/>
          <p:nvPr/>
        </p:nvCxnSpPr>
        <p:spPr>
          <a:xfrm>
            <a:off x="6858000" y="2438400"/>
            <a:ext cx="52705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71" name="Google Shape;171;p23"/>
          <p:cNvCxnSpPr/>
          <p:nvPr/>
        </p:nvCxnSpPr>
        <p:spPr>
          <a:xfrm rot="10800000">
            <a:off x="4191000" y="4648200"/>
            <a:ext cx="3810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graphicFrame>
        <p:nvGraphicFramePr>
          <p:cNvPr id="172" name="Google Shape;172;p23"/>
          <p:cNvGraphicFramePr/>
          <p:nvPr/>
        </p:nvGraphicFramePr>
        <p:xfrm>
          <a:off x="1676400" y="1828800"/>
          <a:ext cx="1905000" cy="155453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685800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121920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</a:tblGrid>
              <a:tr h="1619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960"/>
                        <a:buFont typeface="Noto Sans Symbols"/>
                        <a:buNone/>
                      </a:pPr>
                      <a:r>
                        <a:rPr lang="en-US" sz="1600" b="1" i="0" u="none" strike="noStrike" cap="none">
                          <a:solidFill>
                            <a:schemeClr val="hlink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Tid</a:t>
                      </a:r>
                      <a:endParaRPr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960"/>
                        <a:buFont typeface="Noto Sans Symbols"/>
                        <a:buNone/>
                      </a:pPr>
                      <a:r>
                        <a:rPr lang="en-US" sz="1600" b="1" i="0" u="none" strike="noStrike" cap="none">
                          <a:solidFill>
                            <a:schemeClr val="hlink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Items</a:t>
                      </a:r>
                      <a:endParaRPr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1635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960"/>
                        <a:buFont typeface="Noto Sans Symbols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10</a:t>
                      </a:r>
                      <a:endParaRPr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960"/>
                        <a:buFont typeface="Noto Sans Symbols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A, C, D</a:t>
                      </a:r>
                      <a:endParaRPr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960"/>
                        <a:buFont typeface="Noto Sans Symbols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20</a:t>
                      </a:r>
                      <a:endParaRPr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960"/>
                        <a:buFont typeface="Noto Sans Symbols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B, C, E</a:t>
                      </a:r>
                      <a:endParaRPr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1635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960"/>
                        <a:buFont typeface="Noto Sans Symbols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30</a:t>
                      </a:r>
                      <a:endParaRPr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960"/>
                        <a:buFont typeface="Noto Sans Symbols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A, B, C, E</a:t>
                      </a:r>
                      <a:endParaRPr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960"/>
                        <a:buFont typeface="Noto Sans Symbols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40</a:t>
                      </a:r>
                      <a:endParaRPr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960"/>
                        <a:buFont typeface="Noto Sans Symbols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B, E</a:t>
                      </a:r>
                      <a:endParaRPr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73" name="Google Shape;173;p23"/>
          <p:cNvGraphicFramePr/>
          <p:nvPr/>
        </p:nvGraphicFramePr>
        <p:xfrm>
          <a:off x="4953000" y="1219200"/>
          <a:ext cx="1752600" cy="1865436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143000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</a:tblGrid>
              <a:tr h="1619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960"/>
                        <a:buFont typeface="Noto Sans Symbols"/>
                        <a:buNone/>
                      </a:pPr>
                      <a:r>
                        <a:rPr lang="en-US" sz="1600" b="1" i="0" u="none" strike="noStrike" cap="none">
                          <a:solidFill>
                            <a:schemeClr val="hlink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Itemset</a:t>
                      </a:r>
                      <a:endParaRPr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960"/>
                        <a:buFont typeface="Noto Sans Symbols"/>
                        <a:buNone/>
                      </a:pPr>
                      <a:r>
                        <a:rPr lang="en-US" sz="1600" b="1" i="0" u="none" strike="noStrike" cap="none">
                          <a:solidFill>
                            <a:schemeClr val="hlink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sup</a:t>
                      </a:r>
                      <a:endParaRPr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1635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960"/>
                        <a:buFont typeface="Noto Sans Symbols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{A}</a:t>
                      </a:r>
                      <a:endParaRPr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960"/>
                        <a:buFont typeface="Noto Sans Symbols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960"/>
                        <a:buFont typeface="Noto Sans Symbols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{B}</a:t>
                      </a:r>
                      <a:endParaRPr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960"/>
                        <a:buFont typeface="Noto Sans Symbols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1635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960"/>
                        <a:buFont typeface="Noto Sans Symbols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{C}</a:t>
                      </a:r>
                      <a:endParaRPr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960"/>
                        <a:buFont typeface="Noto Sans Symbols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960"/>
                        <a:buFont typeface="Noto Sans Symbols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{D}</a:t>
                      </a:r>
                      <a:endParaRPr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960"/>
                        <a:buFont typeface="Noto Sans Symbols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hlink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960"/>
                        <a:buFont typeface="Noto Sans Symbols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{E}</a:t>
                      </a:r>
                      <a:endParaRPr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960"/>
                        <a:buFont typeface="Noto Sans Symbols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174" name="Google Shape;174;p23"/>
          <p:cNvGraphicFramePr/>
          <p:nvPr/>
        </p:nvGraphicFramePr>
        <p:xfrm>
          <a:off x="7467600" y="1371600"/>
          <a:ext cx="1752600" cy="155453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143000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</a:tblGrid>
              <a:tr h="1619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960"/>
                        <a:buFont typeface="Noto Sans Symbols"/>
                        <a:buNone/>
                      </a:pPr>
                      <a:r>
                        <a:rPr lang="en-US" sz="1600" b="1" i="0" u="none" strike="noStrike" cap="none">
                          <a:solidFill>
                            <a:schemeClr val="hlink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Itemset</a:t>
                      </a:r>
                      <a:endParaRPr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960"/>
                        <a:buFont typeface="Noto Sans Symbols"/>
                        <a:buNone/>
                      </a:pPr>
                      <a:r>
                        <a:rPr lang="en-US" sz="1600" b="1" i="0" u="none" strike="noStrike" cap="none">
                          <a:solidFill>
                            <a:schemeClr val="hlink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sup</a:t>
                      </a:r>
                      <a:endParaRPr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1635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960"/>
                        <a:buFont typeface="Noto Sans Symbols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{A}</a:t>
                      </a:r>
                      <a:endParaRPr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960"/>
                        <a:buFont typeface="Noto Sans Symbols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960"/>
                        <a:buFont typeface="Noto Sans Symbols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{B}</a:t>
                      </a:r>
                      <a:endParaRPr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960"/>
                        <a:buFont typeface="Noto Sans Symbols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1635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960"/>
                        <a:buFont typeface="Noto Sans Symbols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{C}</a:t>
                      </a:r>
                      <a:endParaRPr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960"/>
                        <a:buFont typeface="Noto Sans Symbols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960"/>
                        <a:buFont typeface="Noto Sans Symbols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{E}</a:t>
                      </a:r>
                      <a:endParaRPr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960"/>
                        <a:buFont typeface="Noto Sans Symbols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75" name="Google Shape;175;p23"/>
          <p:cNvGraphicFramePr/>
          <p:nvPr/>
        </p:nvGraphicFramePr>
        <p:xfrm>
          <a:off x="8077200" y="3581400"/>
          <a:ext cx="1143000" cy="2176342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143000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</a:tblGrid>
              <a:tr h="2571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960"/>
                        <a:buFont typeface="Noto Sans Symbols"/>
                        <a:buNone/>
                      </a:pPr>
                      <a:r>
                        <a:rPr lang="en-US" sz="1600" b="1" i="0" u="none" strike="noStrike" cap="none">
                          <a:solidFill>
                            <a:schemeClr val="hlink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Itemset</a:t>
                      </a:r>
                      <a:endParaRPr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2571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960"/>
                        <a:buFont typeface="Noto Sans Symbols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{A, B}</a:t>
                      </a:r>
                      <a:endParaRPr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2587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960"/>
                        <a:buFont typeface="Noto Sans Symbols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{A, C}</a:t>
                      </a:r>
                      <a:endParaRPr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2571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960"/>
                        <a:buFont typeface="Noto Sans Symbols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{A, E}</a:t>
                      </a:r>
                      <a:endParaRPr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2587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960"/>
                        <a:buFont typeface="Noto Sans Symbols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{B, C}</a:t>
                      </a:r>
                      <a:endParaRPr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2571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960"/>
                        <a:buFont typeface="Noto Sans Symbols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{B, E}</a:t>
                      </a:r>
                      <a:endParaRPr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  <a:tr h="2571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960"/>
                        <a:buFont typeface="Noto Sans Symbols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{C, E}</a:t>
                      </a:r>
                      <a:endParaRPr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176" name="Google Shape;176;p23"/>
          <p:cNvGraphicFramePr/>
          <p:nvPr/>
        </p:nvGraphicFramePr>
        <p:xfrm>
          <a:off x="4724400" y="3429000"/>
          <a:ext cx="1752600" cy="2022104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143000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</a:tblGrid>
              <a:tr h="1619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960"/>
                        <a:buFont typeface="Noto Sans Symbols"/>
                        <a:buNone/>
                      </a:pPr>
                      <a:r>
                        <a:rPr lang="en-US" sz="1600" b="1" i="0" u="none" strike="noStrike" cap="none">
                          <a:solidFill>
                            <a:schemeClr val="hlink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Itemset</a:t>
                      </a:r>
                      <a:endParaRPr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960"/>
                        <a:buFont typeface="Noto Sans Symbols"/>
                        <a:buNone/>
                      </a:pPr>
                      <a:r>
                        <a:rPr lang="en-US" sz="1600" b="1" i="0" u="none" strike="noStrike" cap="none">
                          <a:solidFill>
                            <a:schemeClr val="hlink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sup</a:t>
                      </a:r>
                      <a:endParaRPr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1635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960"/>
                        <a:buFont typeface="Noto Sans Symbols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{A, B}</a:t>
                      </a:r>
                      <a:endParaRPr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960"/>
                        <a:buFont typeface="Noto Sans Symbols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hlink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1635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960"/>
                        <a:buFont typeface="Noto Sans Symbols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{A, C}</a:t>
                      </a:r>
                      <a:endParaRPr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960"/>
                        <a:buFont typeface="Noto Sans Symbols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1635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960"/>
                        <a:buFont typeface="Noto Sans Symbols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{A, E}</a:t>
                      </a:r>
                      <a:endParaRPr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960"/>
                        <a:buFont typeface="Noto Sans Symbols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1</a:t>
                      </a:r>
                      <a:endParaRPr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hlink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1635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960"/>
                        <a:buFont typeface="Noto Sans Symbols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{B, C}</a:t>
                      </a:r>
                      <a:endParaRPr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960"/>
                        <a:buFont typeface="Noto Sans Symbols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1635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960"/>
                        <a:buFont typeface="Noto Sans Symbols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{B, E}</a:t>
                      </a:r>
                      <a:endParaRPr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960"/>
                        <a:buFont typeface="Noto Sans Symbols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  <a:tr h="1635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960"/>
                        <a:buFont typeface="Noto Sans Symbols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{C, E}</a:t>
                      </a:r>
                      <a:endParaRPr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960"/>
                        <a:buFont typeface="Noto Sans Symbols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177" name="Google Shape;177;p23"/>
          <p:cNvGraphicFramePr/>
          <p:nvPr/>
        </p:nvGraphicFramePr>
        <p:xfrm>
          <a:off x="2286000" y="3862388"/>
          <a:ext cx="1752600" cy="144436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143000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</a:tblGrid>
              <a:tr h="1619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960"/>
                        <a:buFont typeface="Noto Sans Symbols"/>
                        <a:buNone/>
                      </a:pPr>
                      <a:r>
                        <a:rPr lang="en-US" sz="1600" b="1" i="0" u="none" strike="noStrike" cap="none">
                          <a:solidFill>
                            <a:schemeClr val="hlink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Itemset</a:t>
                      </a:r>
                      <a:endParaRPr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960"/>
                        <a:buFont typeface="Noto Sans Symbols"/>
                        <a:buNone/>
                      </a:pPr>
                      <a:r>
                        <a:rPr lang="en-US" sz="1600" b="1" i="0" u="none" strike="noStrike" cap="none">
                          <a:solidFill>
                            <a:schemeClr val="hlink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sup</a:t>
                      </a:r>
                      <a:endParaRPr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1635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960"/>
                        <a:buFont typeface="Noto Sans Symbols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{A, C}</a:t>
                      </a:r>
                      <a:endParaRPr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960"/>
                        <a:buFont typeface="Noto Sans Symbols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1635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960"/>
                        <a:buFont typeface="Noto Sans Symbols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{B, C}</a:t>
                      </a:r>
                      <a:endParaRPr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960"/>
                        <a:buFont typeface="Noto Sans Symbols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1635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960"/>
                        <a:buFont typeface="Noto Sans Symbols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{B, E}</a:t>
                      </a:r>
                      <a:endParaRPr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960"/>
                        <a:buFont typeface="Noto Sans Symbols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3</a:t>
                      </a:r>
                      <a:endParaRPr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1635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960"/>
                        <a:buFont typeface="Noto Sans Symbols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{C, E}</a:t>
                      </a:r>
                      <a:endParaRPr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960"/>
                        <a:buFont typeface="Noto Sans Symbols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78" name="Google Shape;178;p23"/>
          <p:cNvGraphicFramePr/>
          <p:nvPr/>
        </p:nvGraphicFramePr>
        <p:xfrm>
          <a:off x="2667000" y="5867401"/>
          <a:ext cx="1143000" cy="658581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143000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</a:tblGrid>
              <a:tr h="2571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960"/>
                        <a:buFont typeface="Noto Sans Symbols"/>
                        <a:buNone/>
                      </a:pPr>
                      <a:r>
                        <a:rPr lang="en-US" sz="1600" b="1" i="0" u="none" strike="noStrike" cap="none">
                          <a:solidFill>
                            <a:schemeClr val="hlink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Itemset</a:t>
                      </a:r>
                      <a:endParaRPr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3476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960"/>
                        <a:buFont typeface="Noto Sans Symbols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{B, C, E}</a:t>
                      </a:r>
                      <a:endParaRPr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79" name="Google Shape;179;p23"/>
          <p:cNvGraphicFramePr/>
          <p:nvPr/>
        </p:nvGraphicFramePr>
        <p:xfrm>
          <a:off x="6096000" y="6019800"/>
          <a:ext cx="1752600" cy="577744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143000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</a:tblGrid>
              <a:tr h="1619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960"/>
                        <a:buFont typeface="Noto Sans Symbols"/>
                        <a:buNone/>
                      </a:pPr>
                      <a:r>
                        <a:rPr lang="en-US" sz="1600" b="1" i="0" u="none" strike="noStrike" cap="none">
                          <a:solidFill>
                            <a:schemeClr val="hlink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Itemset</a:t>
                      </a:r>
                      <a:endParaRPr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960"/>
                        <a:buFont typeface="Noto Sans Symbols"/>
                        <a:buNone/>
                      </a:pPr>
                      <a:r>
                        <a:rPr lang="en-US" sz="1600" b="1" i="0" u="none" strike="noStrike" cap="none">
                          <a:solidFill>
                            <a:schemeClr val="hlink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sup</a:t>
                      </a:r>
                      <a:endParaRPr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1635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960"/>
                        <a:buFont typeface="Noto Sans Symbols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{B, C, E}</a:t>
                      </a:r>
                      <a:endParaRPr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folHlink"/>
                        </a:buClr>
                        <a:buSzPts val="960"/>
                        <a:buFont typeface="Noto Sans Symbols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dk1"/>
                          </a:solidFill>
                          <a:latin typeface="Tahoma"/>
                          <a:ea typeface="Tahoma"/>
                          <a:cs typeface="Tahoma"/>
                          <a:sym typeface="Tahoma"/>
                        </a:rPr>
                        <a:t>2</a:t>
                      </a:r>
                      <a:endParaRPr/>
                    </a:p>
                  </a:txBody>
                  <a:tcPr marL="91450" marR="91450" marT="45725" marB="45725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4"/>
          <p:cNvSpPr txBox="1">
            <a:spLocks noGrp="1"/>
          </p:cNvSpPr>
          <p:nvPr>
            <p:ph type="title"/>
          </p:nvPr>
        </p:nvSpPr>
        <p:spPr>
          <a:xfrm>
            <a:off x="1905000" y="362146"/>
            <a:ext cx="75438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36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Apriori Algorithm</a:t>
            </a:r>
            <a:endParaRPr/>
          </a:p>
        </p:txBody>
      </p:sp>
      <p:sp>
        <p:nvSpPr>
          <p:cNvPr id="185" name="Google Shape;185;p24"/>
          <p:cNvSpPr txBox="1">
            <a:spLocks noGrp="1"/>
          </p:cNvSpPr>
          <p:nvPr>
            <p:ph type="body" idx="1"/>
          </p:nvPr>
        </p:nvSpPr>
        <p:spPr>
          <a:xfrm>
            <a:off x="1905000" y="1447800"/>
            <a:ext cx="8610600" cy="518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2400" u="sng"/>
              <a:t>Pseudo-code</a:t>
            </a:r>
            <a:r>
              <a:rPr lang="en-US" sz="2400"/>
              <a:t>:</a:t>
            </a:r>
            <a:endParaRPr/>
          </a:p>
          <a:p>
            <a:pPr marL="1371600" lvl="2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Font typeface="Noto Sans Symbols"/>
              <a:buNone/>
            </a:pPr>
            <a:r>
              <a:rPr lang="en-US" i="1"/>
              <a:t>C</a:t>
            </a:r>
            <a:r>
              <a:rPr lang="en-US" i="1" baseline="-25000"/>
              <a:t>k</a:t>
            </a:r>
            <a:r>
              <a:rPr lang="en-US"/>
              <a:t>: Candidate itemset of size k</a:t>
            </a:r>
            <a:endParaRPr/>
          </a:p>
          <a:p>
            <a:pPr marL="1371600" lvl="2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Font typeface="Noto Sans Symbols"/>
              <a:buNone/>
            </a:pPr>
            <a:r>
              <a:rPr lang="en-US" i="1"/>
              <a:t>L</a:t>
            </a:r>
            <a:r>
              <a:rPr lang="en-US" i="1" baseline="-25000"/>
              <a:t>k</a:t>
            </a:r>
            <a:r>
              <a:rPr lang="en-US"/>
              <a:t> : frequent itemset of size k</a:t>
            </a:r>
            <a:endParaRPr/>
          </a:p>
          <a:p>
            <a:pPr marL="4572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Font typeface="Noto Sans Symbols"/>
              <a:buNone/>
            </a:pPr>
            <a:endParaRPr sz="1600"/>
          </a:p>
          <a:p>
            <a:pPr marL="1371600" lvl="2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Font typeface="Noto Sans Symbols"/>
              <a:buNone/>
            </a:pPr>
            <a:r>
              <a:rPr lang="en-US" i="1"/>
              <a:t>L</a:t>
            </a:r>
            <a:r>
              <a:rPr lang="en-US" i="1" baseline="-25000"/>
              <a:t>1</a:t>
            </a:r>
            <a:r>
              <a:rPr lang="en-US"/>
              <a:t> = {frequent items};</a:t>
            </a:r>
            <a:endParaRPr/>
          </a:p>
          <a:p>
            <a:pPr marL="1371600" lvl="2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Font typeface="Noto Sans Symbols"/>
              <a:buNone/>
            </a:pPr>
            <a:r>
              <a:rPr lang="en-US" b="1">
                <a:solidFill>
                  <a:srgbClr val="F83F24"/>
                </a:solidFill>
              </a:rPr>
              <a:t>for</a:t>
            </a:r>
            <a:r>
              <a:rPr lang="en-US" b="1"/>
              <a:t> </a:t>
            </a:r>
            <a:r>
              <a:rPr lang="en-US"/>
              <a:t>(</a:t>
            </a:r>
            <a:r>
              <a:rPr lang="en-US" i="1"/>
              <a:t>k</a:t>
            </a:r>
            <a:r>
              <a:rPr lang="en-US"/>
              <a:t> = 1; </a:t>
            </a:r>
            <a:r>
              <a:rPr lang="en-US" i="1"/>
              <a:t>L</a:t>
            </a:r>
            <a:r>
              <a:rPr lang="en-US" i="1" baseline="-25000"/>
              <a:t>k</a:t>
            </a:r>
            <a:r>
              <a:rPr lang="en-US"/>
              <a:t> !=∅; </a:t>
            </a:r>
            <a:r>
              <a:rPr lang="en-US" i="1"/>
              <a:t>k</a:t>
            </a:r>
            <a:r>
              <a:rPr lang="en-US"/>
              <a:t>++) </a:t>
            </a:r>
            <a:r>
              <a:rPr lang="en-US" b="1">
                <a:solidFill>
                  <a:srgbClr val="F83F24"/>
                </a:solidFill>
              </a:rPr>
              <a:t>do begin</a:t>
            </a:r>
            <a:endParaRPr/>
          </a:p>
          <a:p>
            <a:pPr marL="1371600" lvl="2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Font typeface="Noto Sans Symbols"/>
              <a:buNone/>
            </a:pPr>
            <a:r>
              <a:rPr lang="en-US"/>
              <a:t>     </a:t>
            </a:r>
            <a:r>
              <a:rPr lang="en-US" i="1"/>
              <a:t>C</a:t>
            </a:r>
            <a:r>
              <a:rPr lang="en-US" i="1" baseline="-25000"/>
              <a:t>k+1</a:t>
            </a:r>
            <a:r>
              <a:rPr lang="en-US"/>
              <a:t> = candidates generated from </a:t>
            </a:r>
            <a:r>
              <a:rPr lang="en-US" i="1"/>
              <a:t>L</a:t>
            </a:r>
            <a:r>
              <a:rPr lang="en-US" i="1" baseline="-25000"/>
              <a:t>k</a:t>
            </a:r>
            <a:r>
              <a:rPr lang="en-US"/>
              <a:t>;</a:t>
            </a:r>
            <a:endParaRPr/>
          </a:p>
          <a:p>
            <a:pPr marL="1371600" lvl="2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Font typeface="Noto Sans Symbols"/>
              <a:buNone/>
            </a:pPr>
            <a:r>
              <a:rPr lang="en-US"/>
              <a:t>    </a:t>
            </a:r>
            <a:r>
              <a:rPr lang="en-US" b="1">
                <a:solidFill>
                  <a:srgbClr val="F83F24"/>
                </a:solidFill>
              </a:rPr>
              <a:t>for each</a:t>
            </a:r>
            <a:r>
              <a:rPr lang="en-US"/>
              <a:t> transaction </a:t>
            </a:r>
            <a:r>
              <a:rPr lang="en-US" i="1"/>
              <a:t>t</a:t>
            </a:r>
            <a:r>
              <a:rPr lang="en-US"/>
              <a:t> in database do</a:t>
            </a:r>
            <a:endParaRPr/>
          </a:p>
          <a:p>
            <a:pPr marL="1828800" lvl="3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Font typeface="Noto Sans Symbols"/>
              <a:buNone/>
            </a:pPr>
            <a:r>
              <a:rPr lang="en-US" sz="3200"/>
              <a:t>       </a:t>
            </a:r>
            <a:r>
              <a:rPr lang="en-US" sz="2400"/>
              <a:t>increment the count of all candidates in </a:t>
            </a:r>
            <a:r>
              <a:rPr lang="en-US" sz="2400" i="1"/>
              <a:t>C</a:t>
            </a:r>
            <a:r>
              <a:rPr lang="en-US" sz="2400" i="1" baseline="-25000"/>
              <a:t>k+1</a:t>
            </a:r>
            <a:r>
              <a:rPr lang="en-US" sz="2400"/>
              <a:t>                            that are contained in </a:t>
            </a:r>
            <a:r>
              <a:rPr lang="en-US" sz="2400" i="1"/>
              <a:t>t</a:t>
            </a:r>
            <a:endParaRPr sz="2400"/>
          </a:p>
          <a:p>
            <a:pPr marL="1371600" lvl="2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Font typeface="Noto Sans Symbols"/>
              <a:buNone/>
            </a:pPr>
            <a:r>
              <a:rPr lang="en-US"/>
              <a:t>    </a:t>
            </a:r>
            <a:r>
              <a:rPr lang="en-US" i="1"/>
              <a:t>L</a:t>
            </a:r>
            <a:r>
              <a:rPr lang="en-US" i="1" baseline="-25000"/>
              <a:t>k+1</a:t>
            </a:r>
            <a:r>
              <a:rPr lang="en-US"/>
              <a:t>  = candidates in </a:t>
            </a:r>
            <a:r>
              <a:rPr lang="en-US" i="1"/>
              <a:t>C</a:t>
            </a:r>
            <a:r>
              <a:rPr lang="en-US" i="1" baseline="-25000"/>
              <a:t>k+1</a:t>
            </a:r>
            <a:r>
              <a:rPr lang="en-US"/>
              <a:t> with min_support</a:t>
            </a:r>
            <a:endParaRPr/>
          </a:p>
          <a:p>
            <a:pPr marL="1371600" lvl="2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Font typeface="Noto Sans Symbols"/>
              <a:buNone/>
            </a:pPr>
            <a:r>
              <a:rPr lang="en-US"/>
              <a:t>   </a:t>
            </a:r>
            <a:r>
              <a:rPr lang="en-US" b="1">
                <a:solidFill>
                  <a:srgbClr val="F83F24"/>
                </a:solidFill>
              </a:rPr>
              <a:t> end</a:t>
            </a:r>
            <a:endParaRPr/>
          </a:p>
          <a:p>
            <a:pPr marL="1371600" lvl="2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Font typeface="Noto Sans Symbols"/>
              <a:buNone/>
            </a:pPr>
            <a:r>
              <a:rPr lang="en-US" b="1">
                <a:solidFill>
                  <a:srgbClr val="F83F24"/>
                </a:solidFill>
              </a:rPr>
              <a:t>return</a:t>
            </a:r>
            <a:r>
              <a:rPr lang="en-US"/>
              <a:t> ∪</a:t>
            </a:r>
            <a:r>
              <a:rPr lang="en-US" i="1" baseline="-25000"/>
              <a:t>k</a:t>
            </a:r>
            <a:r>
              <a:rPr lang="en-US"/>
              <a:t> </a:t>
            </a:r>
            <a:r>
              <a:rPr lang="en-US" i="1"/>
              <a:t>L</a:t>
            </a:r>
            <a:r>
              <a:rPr lang="en-US" i="1" baseline="-25000"/>
              <a:t>k</a:t>
            </a:r>
            <a:r>
              <a:rPr lang="en-US"/>
              <a:t>;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5"/>
          <p:cNvSpPr txBox="1">
            <a:spLocks noGrp="1"/>
          </p:cNvSpPr>
          <p:nvPr>
            <p:ph type="title"/>
          </p:nvPr>
        </p:nvSpPr>
        <p:spPr>
          <a:xfrm>
            <a:off x="348006" y="280284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36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Important Details of Apriori</a:t>
            </a:r>
            <a:endParaRPr sz="3600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1" name="Google Shape;191;p25"/>
          <p:cNvSpPr txBox="1">
            <a:spLocks noGrp="1"/>
          </p:cNvSpPr>
          <p:nvPr>
            <p:ph type="body" idx="1"/>
          </p:nvPr>
        </p:nvSpPr>
        <p:spPr>
          <a:xfrm>
            <a:off x="593889" y="1447800"/>
            <a:ext cx="11151909" cy="502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42900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 sz="2000"/>
              <a:t>How to generate candidates?</a:t>
            </a:r>
            <a:endParaRPr/>
          </a:p>
          <a:p>
            <a:pPr marL="914400" lvl="1" indent="-34290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</a:pPr>
            <a:r>
              <a:rPr lang="en-US" sz="2000"/>
              <a:t>Step 1: self-joining </a:t>
            </a:r>
            <a:r>
              <a:rPr lang="en-US" sz="2000" i="1"/>
              <a:t>L</a:t>
            </a:r>
            <a:r>
              <a:rPr lang="en-US" sz="2000" i="1" baseline="-25000"/>
              <a:t>k</a:t>
            </a:r>
            <a:endParaRPr/>
          </a:p>
          <a:p>
            <a:pPr marL="914400" lvl="1" indent="-34290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</a:pPr>
            <a:r>
              <a:rPr lang="en-US" sz="2000"/>
              <a:t>Step 2: pruning</a:t>
            </a:r>
            <a:endParaRPr/>
          </a:p>
          <a:p>
            <a:pPr marL="457200" lvl="0" indent="-342900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 sz="2000"/>
              <a:t>How to count supports of candidates?</a:t>
            </a:r>
            <a:endParaRPr/>
          </a:p>
          <a:p>
            <a:pPr marL="457200" lvl="0" indent="-342900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 sz="2000"/>
              <a:t>Example of Candidate-generation</a:t>
            </a:r>
            <a:endParaRPr/>
          </a:p>
          <a:p>
            <a:pPr marL="914400" lvl="1" indent="-34290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</a:pPr>
            <a:r>
              <a:rPr lang="en-US" sz="2000" i="1"/>
              <a:t>L</a:t>
            </a:r>
            <a:r>
              <a:rPr lang="en-US" sz="2000" i="1" baseline="-25000"/>
              <a:t>3</a:t>
            </a:r>
            <a:r>
              <a:rPr lang="en-US" sz="2000" i="1"/>
              <a:t>=</a:t>
            </a:r>
            <a:r>
              <a:rPr lang="en-US" sz="2000"/>
              <a:t>{</a:t>
            </a:r>
            <a:r>
              <a:rPr lang="en-US" sz="2000" i="1"/>
              <a:t>abc, abd, acd, ace, bcd</a:t>
            </a:r>
            <a:r>
              <a:rPr lang="en-US" sz="2000"/>
              <a:t>}</a:t>
            </a:r>
            <a:endParaRPr/>
          </a:p>
          <a:p>
            <a:pPr marL="914400" lvl="1" indent="-34290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</a:pPr>
            <a:r>
              <a:rPr lang="en-US" sz="2000"/>
              <a:t>Self-joining: </a:t>
            </a:r>
            <a:r>
              <a:rPr lang="en-US" sz="2000" i="1"/>
              <a:t>L</a:t>
            </a:r>
            <a:r>
              <a:rPr lang="en-US" sz="2000" i="1" baseline="-25000"/>
              <a:t>3</a:t>
            </a:r>
            <a:r>
              <a:rPr lang="en-US" sz="2000" i="1"/>
              <a:t>*L</a:t>
            </a:r>
            <a:r>
              <a:rPr lang="en-US" sz="2000" i="1" baseline="-25000"/>
              <a:t>3</a:t>
            </a:r>
            <a:endParaRPr sz="2000" i="1"/>
          </a:p>
          <a:p>
            <a:pPr marL="1371600" lvl="2" indent="-34290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</a:pPr>
            <a:r>
              <a:rPr lang="en-US" sz="1800" i="1"/>
              <a:t>abcd </a:t>
            </a:r>
            <a:r>
              <a:rPr lang="en-US" sz="1800"/>
              <a:t>from </a:t>
            </a:r>
            <a:r>
              <a:rPr lang="en-US" sz="1800" i="1"/>
              <a:t>abc</a:t>
            </a:r>
            <a:r>
              <a:rPr lang="en-US" sz="1800"/>
              <a:t> and </a:t>
            </a:r>
            <a:r>
              <a:rPr lang="en-US" sz="1800" i="1"/>
              <a:t>abd</a:t>
            </a:r>
            <a:endParaRPr sz="1800" i="1"/>
          </a:p>
          <a:p>
            <a:pPr marL="1371600" lvl="2" indent="-34290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</a:pPr>
            <a:r>
              <a:rPr lang="en-US" sz="1800" i="1"/>
              <a:t>acde</a:t>
            </a:r>
            <a:r>
              <a:rPr lang="en-US" sz="1800"/>
              <a:t> from </a:t>
            </a:r>
            <a:r>
              <a:rPr lang="en-US" sz="1800" i="1"/>
              <a:t>acd</a:t>
            </a:r>
            <a:r>
              <a:rPr lang="en-US" sz="1800"/>
              <a:t> and </a:t>
            </a:r>
            <a:r>
              <a:rPr lang="en-US" sz="1800" i="1"/>
              <a:t>ace</a:t>
            </a:r>
            <a:endParaRPr/>
          </a:p>
          <a:p>
            <a:pPr marL="914400" lvl="1" indent="-34290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</a:pPr>
            <a:r>
              <a:rPr lang="en-US" sz="2000"/>
              <a:t>Pruning:</a:t>
            </a:r>
            <a:endParaRPr/>
          </a:p>
          <a:p>
            <a:pPr marL="1371600" lvl="2" indent="-34290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</a:pPr>
            <a:r>
              <a:rPr lang="en-US" sz="1800" i="1"/>
              <a:t>acde</a:t>
            </a:r>
            <a:r>
              <a:rPr lang="en-US" sz="1800"/>
              <a:t> is removed because </a:t>
            </a:r>
            <a:r>
              <a:rPr lang="en-US" sz="1800" i="1"/>
              <a:t>ade</a:t>
            </a:r>
            <a:r>
              <a:rPr lang="en-US" sz="1800"/>
              <a:t> is not in </a:t>
            </a:r>
            <a:r>
              <a:rPr lang="en-US" sz="1800" i="1"/>
              <a:t>L</a:t>
            </a:r>
            <a:r>
              <a:rPr lang="en-US" sz="1800" i="1" baseline="-25000"/>
              <a:t>3</a:t>
            </a:r>
            <a:endParaRPr/>
          </a:p>
          <a:p>
            <a:pPr marL="914400" lvl="1" indent="-34290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</a:pPr>
            <a:r>
              <a:rPr lang="en-US" sz="2000" i="1"/>
              <a:t>C</a:t>
            </a:r>
            <a:r>
              <a:rPr lang="en-US" sz="2000" i="1" baseline="-25000"/>
              <a:t>4</a:t>
            </a:r>
            <a:r>
              <a:rPr lang="en-US" sz="2000"/>
              <a:t>={</a:t>
            </a:r>
            <a:r>
              <a:rPr lang="en-US" sz="2000" i="1"/>
              <a:t>abcd</a:t>
            </a:r>
            <a:r>
              <a:rPr lang="en-US" sz="2000"/>
              <a:t>}</a:t>
            </a:r>
            <a:endParaRPr/>
          </a:p>
          <a:p>
            <a:pPr marL="457200" lvl="0" indent="-228600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endParaRPr sz="18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6"/>
          <p:cNvSpPr txBox="1">
            <a:spLocks noGrp="1"/>
          </p:cNvSpPr>
          <p:nvPr>
            <p:ph type="title"/>
          </p:nvPr>
        </p:nvSpPr>
        <p:spPr>
          <a:xfrm>
            <a:off x="2438400" y="533401"/>
            <a:ext cx="7793038" cy="4873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36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How to Generate Candidates?</a:t>
            </a:r>
            <a:endParaRPr/>
          </a:p>
        </p:txBody>
      </p:sp>
      <p:sp>
        <p:nvSpPr>
          <p:cNvPr id="197" name="Google Shape;197;p26"/>
          <p:cNvSpPr txBox="1">
            <a:spLocks noGrp="1"/>
          </p:cNvSpPr>
          <p:nvPr>
            <p:ph type="body" idx="1"/>
          </p:nvPr>
        </p:nvSpPr>
        <p:spPr>
          <a:xfrm>
            <a:off x="669303" y="1524000"/>
            <a:ext cx="11085922" cy="48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42900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 sz="2400"/>
              <a:t>Suppose the items in </a:t>
            </a:r>
            <a:r>
              <a:rPr lang="en-US" sz="2400" i="1"/>
              <a:t>L</a:t>
            </a:r>
            <a:r>
              <a:rPr lang="en-US" sz="2400" i="1" baseline="-25000"/>
              <a:t>k-1</a:t>
            </a:r>
            <a:r>
              <a:rPr lang="en-US" sz="2400"/>
              <a:t> are listed in an order</a:t>
            </a:r>
            <a:endParaRPr/>
          </a:p>
          <a:p>
            <a:pPr marL="457200" lvl="0" indent="-342900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 sz="2400"/>
              <a:t>Step 1: self-joining </a:t>
            </a:r>
            <a:r>
              <a:rPr lang="en-US" sz="2400" i="1"/>
              <a:t>L</a:t>
            </a:r>
            <a:r>
              <a:rPr lang="en-US" sz="2400" i="1" baseline="-25000"/>
              <a:t>k-1</a:t>
            </a:r>
            <a:r>
              <a:rPr lang="en-US" sz="2400"/>
              <a:t> </a:t>
            </a:r>
            <a:endParaRPr/>
          </a:p>
          <a:p>
            <a:pPr marL="914400" lvl="1" indent="-34290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Noto Sans Symbols"/>
              <a:buNone/>
            </a:pPr>
            <a:r>
              <a:rPr lang="en-US" sz="2000"/>
              <a:t>insert into</a:t>
            </a:r>
            <a:r>
              <a:rPr lang="en-US" sz="2000" b="1"/>
              <a:t> </a:t>
            </a:r>
            <a:r>
              <a:rPr lang="en-US" sz="2000" b="1" i="1"/>
              <a:t>C</a:t>
            </a:r>
            <a:r>
              <a:rPr lang="en-US" sz="2000" b="1" i="1" baseline="-25000"/>
              <a:t>k</a:t>
            </a:r>
            <a:endParaRPr/>
          </a:p>
          <a:p>
            <a:pPr marL="914400" lvl="1" indent="-34290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Noto Sans Symbols"/>
              <a:buNone/>
            </a:pPr>
            <a:r>
              <a:rPr lang="en-US" sz="2000"/>
              <a:t>select </a:t>
            </a:r>
            <a:r>
              <a:rPr lang="en-US" sz="2000" b="1" i="1"/>
              <a:t>p.item</a:t>
            </a:r>
            <a:r>
              <a:rPr lang="en-US" sz="2000" b="1" i="1" baseline="-25000"/>
              <a:t>1</a:t>
            </a:r>
            <a:r>
              <a:rPr lang="en-US" sz="2000" b="1" i="1"/>
              <a:t>, p.item</a:t>
            </a:r>
            <a:r>
              <a:rPr lang="en-US" sz="2000" b="1" i="1" baseline="-25000"/>
              <a:t>2</a:t>
            </a:r>
            <a:r>
              <a:rPr lang="en-US" sz="2000" b="1" i="1"/>
              <a:t>, …, p.item</a:t>
            </a:r>
            <a:r>
              <a:rPr lang="en-US" sz="2000" b="1" i="1" baseline="-25000"/>
              <a:t>k-1</a:t>
            </a:r>
            <a:r>
              <a:rPr lang="en-US" sz="2000" b="1" i="1"/>
              <a:t>, q.item</a:t>
            </a:r>
            <a:r>
              <a:rPr lang="en-US" sz="2000" b="1" i="1" baseline="-25000"/>
              <a:t>k-1</a:t>
            </a:r>
            <a:endParaRPr sz="2000" b="1"/>
          </a:p>
          <a:p>
            <a:pPr marL="914400" lvl="1" indent="-34290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Noto Sans Symbols"/>
              <a:buNone/>
            </a:pPr>
            <a:r>
              <a:rPr lang="en-US" sz="2000"/>
              <a:t>from </a:t>
            </a:r>
            <a:r>
              <a:rPr lang="en-US" sz="2000" b="1" i="1"/>
              <a:t>L</a:t>
            </a:r>
            <a:r>
              <a:rPr lang="en-US" sz="2000" b="1" i="1" baseline="-25000"/>
              <a:t>k-1</a:t>
            </a:r>
            <a:r>
              <a:rPr lang="en-US" sz="2000" b="1" i="1"/>
              <a:t> p, L</a:t>
            </a:r>
            <a:r>
              <a:rPr lang="en-US" sz="2000" b="1" i="1" baseline="-25000"/>
              <a:t>k-1 </a:t>
            </a:r>
            <a:r>
              <a:rPr lang="en-US" sz="2000" b="1" i="1"/>
              <a:t>q</a:t>
            </a:r>
            <a:endParaRPr/>
          </a:p>
          <a:p>
            <a:pPr marL="914400" lvl="1" indent="-34290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Noto Sans Symbols"/>
              <a:buNone/>
            </a:pPr>
            <a:r>
              <a:rPr lang="en-US" sz="2000"/>
              <a:t>where </a:t>
            </a:r>
            <a:r>
              <a:rPr lang="en-US" sz="2000" b="1" i="1"/>
              <a:t>p.item</a:t>
            </a:r>
            <a:r>
              <a:rPr lang="en-US" sz="2000" b="1" i="1" baseline="-25000"/>
              <a:t>1</a:t>
            </a:r>
            <a:r>
              <a:rPr lang="en-US" sz="2000" b="1" i="1"/>
              <a:t>=q.item</a:t>
            </a:r>
            <a:r>
              <a:rPr lang="en-US" sz="2000" b="1" i="1" baseline="-25000"/>
              <a:t>1</a:t>
            </a:r>
            <a:r>
              <a:rPr lang="en-US" sz="2000" b="1" i="1"/>
              <a:t>, …, p.item</a:t>
            </a:r>
            <a:r>
              <a:rPr lang="en-US" sz="2000" b="1" i="1" baseline="-25000"/>
              <a:t>k-2</a:t>
            </a:r>
            <a:r>
              <a:rPr lang="en-US" sz="2000" b="1" i="1"/>
              <a:t>=q.item</a:t>
            </a:r>
            <a:r>
              <a:rPr lang="en-US" sz="2000" b="1" i="1" baseline="-25000"/>
              <a:t>k-2</a:t>
            </a:r>
            <a:r>
              <a:rPr lang="en-US" sz="2000" b="1" i="1"/>
              <a:t>, p.item</a:t>
            </a:r>
            <a:r>
              <a:rPr lang="en-US" sz="2000" b="1" i="1" baseline="-25000"/>
              <a:t>k-1 </a:t>
            </a:r>
            <a:r>
              <a:rPr lang="en-US" sz="2000" b="1" i="1"/>
              <a:t>&lt; q.item</a:t>
            </a:r>
            <a:r>
              <a:rPr lang="en-US" sz="2000" b="1" i="1" baseline="-25000"/>
              <a:t>k-1</a:t>
            </a:r>
            <a:endParaRPr/>
          </a:p>
          <a:p>
            <a:pPr marL="457200" lvl="0" indent="-342900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 sz="2400"/>
              <a:t>Step 2: pruning</a:t>
            </a:r>
            <a:endParaRPr/>
          </a:p>
          <a:p>
            <a:pPr marL="914400" lvl="1" indent="-34290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Noto Sans Symbols"/>
              <a:buNone/>
            </a:pPr>
            <a:r>
              <a:rPr lang="en-US" sz="2000"/>
              <a:t>forall </a:t>
            </a:r>
            <a:r>
              <a:rPr lang="en-US" sz="2000" b="1" i="1"/>
              <a:t>itemsets c in C</a:t>
            </a:r>
            <a:r>
              <a:rPr lang="en-US" sz="2000" b="1" i="1" baseline="-25000"/>
              <a:t>k</a:t>
            </a:r>
            <a:r>
              <a:rPr lang="en-US" sz="2000" b="1" i="1"/>
              <a:t> </a:t>
            </a:r>
            <a:r>
              <a:rPr lang="en-US" sz="2000"/>
              <a:t>do</a:t>
            </a:r>
            <a:endParaRPr/>
          </a:p>
          <a:p>
            <a:pPr marL="1371600" lvl="2" indent="-34290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Noto Sans Symbols"/>
              <a:buNone/>
            </a:pPr>
            <a:r>
              <a:rPr lang="en-US"/>
              <a:t>forall </a:t>
            </a:r>
            <a:r>
              <a:rPr lang="en-US" b="1" i="1"/>
              <a:t>(k-1)-subsets s of c </a:t>
            </a:r>
            <a:r>
              <a:rPr lang="en-US"/>
              <a:t>do</a:t>
            </a:r>
            <a:endParaRPr/>
          </a:p>
          <a:p>
            <a:pPr marL="1828800" lvl="3" indent="-34290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Noto Sans Symbols"/>
              <a:buNone/>
            </a:pPr>
            <a:r>
              <a:rPr lang="en-US" sz="2300" b="1"/>
              <a:t>if </a:t>
            </a:r>
            <a:r>
              <a:rPr lang="en-US" sz="2300" i="1"/>
              <a:t>(s is not in L</a:t>
            </a:r>
            <a:r>
              <a:rPr lang="en-US" sz="2300" i="1" baseline="-25000"/>
              <a:t>k-1</a:t>
            </a:r>
            <a:r>
              <a:rPr lang="en-US" sz="2300" i="1"/>
              <a:t>) </a:t>
            </a:r>
            <a:r>
              <a:rPr lang="en-US" sz="2300" b="1"/>
              <a:t>then delete </a:t>
            </a:r>
            <a:r>
              <a:rPr lang="en-US" sz="2300" i="1"/>
              <a:t>c</a:t>
            </a:r>
            <a:r>
              <a:rPr lang="en-US" sz="2300" b="1"/>
              <a:t> from </a:t>
            </a:r>
            <a:r>
              <a:rPr lang="en-US" sz="2300" i="1"/>
              <a:t>C</a:t>
            </a:r>
            <a:r>
              <a:rPr lang="en-US" sz="2300" i="1" baseline="-25000"/>
              <a:t>k</a:t>
            </a:r>
            <a:endParaRPr sz="2300" b="1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27"/>
          <p:cNvSpPr txBox="1">
            <a:spLocks noGrp="1"/>
          </p:cNvSpPr>
          <p:nvPr>
            <p:ph type="title"/>
          </p:nvPr>
        </p:nvSpPr>
        <p:spPr>
          <a:xfrm>
            <a:off x="1524786" y="578963"/>
            <a:ext cx="81534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36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How to Count Supports of Candidates?</a:t>
            </a:r>
            <a:endParaRPr/>
          </a:p>
        </p:txBody>
      </p:sp>
      <p:sp>
        <p:nvSpPr>
          <p:cNvPr id="203" name="Google Shape;203;p27"/>
          <p:cNvSpPr txBox="1">
            <a:spLocks noGrp="1"/>
          </p:cNvSpPr>
          <p:nvPr>
            <p:ph type="body" idx="1"/>
          </p:nvPr>
        </p:nvSpPr>
        <p:spPr>
          <a:xfrm>
            <a:off x="782425" y="1676400"/>
            <a:ext cx="10878532" cy="472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42900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 sz="2400"/>
              <a:t>Why counting supports of candidates a problem?</a:t>
            </a:r>
            <a:endParaRPr/>
          </a:p>
          <a:p>
            <a:pPr marL="914400" lvl="1" indent="-34290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The total number of candidates can be very huge</a:t>
            </a:r>
            <a:endParaRPr/>
          </a:p>
          <a:p>
            <a:pPr marL="914400" lvl="1" indent="-34290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 One transaction may contain many candidates</a:t>
            </a:r>
            <a:endParaRPr/>
          </a:p>
          <a:p>
            <a:pPr marL="457200" lvl="0" indent="-342900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 sz="2400"/>
              <a:t>Method:</a:t>
            </a:r>
            <a:endParaRPr/>
          </a:p>
          <a:p>
            <a:pPr marL="914400" lvl="1" indent="-34290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Candidate itemsets are stored in a </a:t>
            </a:r>
            <a:r>
              <a:rPr lang="en-US" i="1">
                <a:solidFill>
                  <a:schemeClr val="hlink"/>
                </a:solidFill>
              </a:rPr>
              <a:t>hash-tree</a:t>
            </a:r>
            <a:endParaRPr/>
          </a:p>
          <a:p>
            <a:pPr marL="914400" lvl="1" indent="-34290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</a:pPr>
            <a:r>
              <a:rPr lang="en-US" i="1">
                <a:solidFill>
                  <a:schemeClr val="hlink"/>
                </a:solidFill>
              </a:rPr>
              <a:t>Leaf </a:t>
            </a:r>
            <a:r>
              <a:rPr lang="en-US">
                <a:solidFill>
                  <a:schemeClr val="hlink"/>
                </a:solidFill>
              </a:rPr>
              <a:t>node </a:t>
            </a:r>
            <a:r>
              <a:rPr lang="en-US"/>
              <a:t>of hash-tree contains a list of itemsets and counts</a:t>
            </a:r>
            <a:endParaRPr/>
          </a:p>
          <a:p>
            <a:pPr marL="914400" lvl="1" indent="-34290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</a:pPr>
            <a:r>
              <a:rPr lang="en-US" i="1">
                <a:solidFill>
                  <a:schemeClr val="hlink"/>
                </a:solidFill>
              </a:rPr>
              <a:t>Interior </a:t>
            </a:r>
            <a:r>
              <a:rPr lang="en-US">
                <a:solidFill>
                  <a:schemeClr val="hlink"/>
                </a:solidFill>
              </a:rPr>
              <a:t>node</a:t>
            </a:r>
            <a:r>
              <a:rPr lang="en-US"/>
              <a:t> contains a hash table</a:t>
            </a:r>
            <a:endParaRPr/>
          </a:p>
          <a:p>
            <a:pPr marL="914400" lvl="1" indent="-34290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</a:pPr>
            <a:r>
              <a:rPr lang="en-US" i="1">
                <a:solidFill>
                  <a:schemeClr val="hlink"/>
                </a:solidFill>
              </a:rPr>
              <a:t>Subset function</a:t>
            </a:r>
            <a:r>
              <a:rPr lang="en-US"/>
              <a:t>: finds all the candidates contained in a transaction</a:t>
            </a:r>
            <a:endParaRPr i="1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8"/>
          <p:cNvSpPr txBox="1">
            <a:spLocks noGrp="1"/>
          </p:cNvSpPr>
          <p:nvPr>
            <p:ph type="title"/>
          </p:nvPr>
        </p:nvSpPr>
        <p:spPr>
          <a:xfrm>
            <a:off x="1036950" y="457200"/>
            <a:ext cx="8965888" cy="7921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36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Example: Counting Supports of Candidates</a:t>
            </a:r>
            <a:endParaRPr/>
          </a:p>
        </p:txBody>
      </p:sp>
      <p:grpSp>
        <p:nvGrpSpPr>
          <p:cNvPr id="209" name="Google Shape;209;p28"/>
          <p:cNvGrpSpPr/>
          <p:nvPr/>
        </p:nvGrpSpPr>
        <p:grpSpPr>
          <a:xfrm>
            <a:off x="2667000" y="1752601"/>
            <a:ext cx="2286000" cy="1249363"/>
            <a:chOff x="144" y="912"/>
            <a:chExt cx="1440" cy="787"/>
          </a:xfrm>
        </p:grpSpPr>
        <p:cxnSp>
          <p:nvCxnSpPr>
            <p:cNvPr id="210" name="Google Shape;210;p28"/>
            <p:cNvCxnSpPr/>
            <p:nvPr/>
          </p:nvCxnSpPr>
          <p:spPr>
            <a:xfrm flipH="1">
              <a:off x="480" y="1200"/>
              <a:ext cx="384" cy="288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11" name="Google Shape;211;p28"/>
            <p:cNvCxnSpPr/>
            <p:nvPr/>
          </p:nvCxnSpPr>
          <p:spPr>
            <a:xfrm>
              <a:off x="864" y="1200"/>
              <a:ext cx="0" cy="288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12" name="Google Shape;212;p28"/>
            <p:cNvSpPr txBox="1"/>
            <p:nvPr/>
          </p:nvSpPr>
          <p:spPr>
            <a:xfrm>
              <a:off x="240" y="1200"/>
              <a:ext cx="436" cy="2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b="0" i="0" u="none" strike="noStrike" cap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1,4,7</a:t>
              </a:r>
              <a:endParaRPr/>
            </a:p>
          </p:txBody>
        </p:sp>
        <p:sp>
          <p:nvSpPr>
            <p:cNvPr id="213" name="Google Shape;213;p28"/>
            <p:cNvSpPr txBox="1"/>
            <p:nvPr/>
          </p:nvSpPr>
          <p:spPr>
            <a:xfrm>
              <a:off x="662" y="1449"/>
              <a:ext cx="436" cy="2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b="0" i="0" u="none" strike="noStrike" cap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2,5,8</a:t>
              </a:r>
              <a:endParaRPr/>
            </a:p>
          </p:txBody>
        </p:sp>
        <p:cxnSp>
          <p:nvCxnSpPr>
            <p:cNvPr id="214" name="Google Shape;214;p28"/>
            <p:cNvCxnSpPr/>
            <p:nvPr/>
          </p:nvCxnSpPr>
          <p:spPr>
            <a:xfrm>
              <a:off x="864" y="1200"/>
              <a:ext cx="384" cy="24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15" name="Google Shape;215;p28"/>
            <p:cNvSpPr txBox="1"/>
            <p:nvPr/>
          </p:nvSpPr>
          <p:spPr>
            <a:xfrm>
              <a:off x="998" y="1113"/>
              <a:ext cx="436" cy="2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b="0" i="0" u="none" strike="noStrike" cap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3,6,9</a:t>
              </a:r>
              <a:endParaRPr/>
            </a:p>
          </p:txBody>
        </p:sp>
        <p:sp>
          <p:nvSpPr>
            <p:cNvPr id="216" name="Google Shape;216;p28"/>
            <p:cNvSpPr txBox="1"/>
            <p:nvPr/>
          </p:nvSpPr>
          <p:spPr>
            <a:xfrm>
              <a:off x="336" y="912"/>
              <a:ext cx="1114" cy="2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b="0" i="0" u="none" strike="noStrike" cap="none">
                  <a:solidFill>
                    <a:schemeClr val="hlink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Subset function</a:t>
              </a:r>
              <a:endParaRPr/>
            </a:p>
          </p:txBody>
        </p:sp>
        <p:sp>
          <p:nvSpPr>
            <p:cNvPr id="217" name="Google Shape;217;p28"/>
            <p:cNvSpPr/>
            <p:nvPr/>
          </p:nvSpPr>
          <p:spPr>
            <a:xfrm>
              <a:off x="144" y="912"/>
              <a:ext cx="1440" cy="768"/>
            </a:xfrm>
            <a:prstGeom prst="rect">
              <a:avLst/>
            </a:prstGeom>
            <a:noFill/>
            <a:ln w="9525" cap="flat" cmpd="sng">
              <a:solidFill>
                <a:schemeClr val="hlink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18" name="Google Shape;218;p28"/>
          <p:cNvGrpSpPr/>
          <p:nvPr/>
        </p:nvGrpSpPr>
        <p:grpSpPr>
          <a:xfrm>
            <a:off x="4572001" y="3352801"/>
            <a:ext cx="4943475" cy="2682875"/>
            <a:chOff x="1632" y="1536"/>
            <a:chExt cx="3114" cy="1690"/>
          </a:xfrm>
        </p:grpSpPr>
        <p:cxnSp>
          <p:nvCxnSpPr>
            <p:cNvPr id="219" name="Google Shape;219;p28"/>
            <p:cNvCxnSpPr/>
            <p:nvPr/>
          </p:nvCxnSpPr>
          <p:spPr>
            <a:xfrm flipH="1">
              <a:off x="2496" y="1536"/>
              <a:ext cx="672" cy="336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oval" w="med" len="med"/>
              <a:tailEnd type="oval" w="med" len="med"/>
            </a:ln>
          </p:spPr>
        </p:cxnSp>
        <p:cxnSp>
          <p:nvCxnSpPr>
            <p:cNvPr id="220" name="Google Shape;220;p28"/>
            <p:cNvCxnSpPr/>
            <p:nvPr/>
          </p:nvCxnSpPr>
          <p:spPr>
            <a:xfrm>
              <a:off x="3168" y="1536"/>
              <a:ext cx="816" cy="288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oval" w="med" len="med"/>
              <a:tailEnd type="oval" w="med" len="med"/>
            </a:ln>
          </p:spPr>
        </p:cxnSp>
        <p:cxnSp>
          <p:nvCxnSpPr>
            <p:cNvPr id="221" name="Google Shape;221;p28"/>
            <p:cNvCxnSpPr/>
            <p:nvPr/>
          </p:nvCxnSpPr>
          <p:spPr>
            <a:xfrm>
              <a:off x="3168" y="1536"/>
              <a:ext cx="0" cy="24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oval" w="med" len="med"/>
              <a:tailEnd type="oval" w="med" len="med"/>
            </a:ln>
          </p:spPr>
        </p:cxnSp>
        <p:sp>
          <p:nvSpPr>
            <p:cNvPr id="222" name="Google Shape;222;p28"/>
            <p:cNvSpPr txBox="1"/>
            <p:nvPr/>
          </p:nvSpPr>
          <p:spPr>
            <a:xfrm>
              <a:off x="2976" y="1728"/>
              <a:ext cx="436" cy="4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b="0" i="0" u="none" strike="noStrike" cap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2 3 4</a:t>
              </a:r>
              <a:endParaRPr/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b="0" i="0" u="none" strike="noStrike" cap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5 6 7</a:t>
              </a:r>
              <a:endParaRPr/>
            </a:p>
          </p:txBody>
        </p:sp>
        <p:cxnSp>
          <p:nvCxnSpPr>
            <p:cNvPr id="223" name="Google Shape;223;p28"/>
            <p:cNvCxnSpPr/>
            <p:nvPr/>
          </p:nvCxnSpPr>
          <p:spPr>
            <a:xfrm flipH="1">
              <a:off x="1917" y="1871"/>
              <a:ext cx="576" cy="288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oval" w="med" len="med"/>
              <a:tailEnd type="oval" w="med" len="med"/>
            </a:ln>
          </p:spPr>
        </p:cxnSp>
        <p:sp>
          <p:nvSpPr>
            <p:cNvPr id="224" name="Google Shape;224;p28"/>
            <p:cNvSpPr txBox="1"/>
            <p:nvPr/>
          </p:nvSpPr>
          <p:spPr>
            <a:xfrm>
              <a:off x="1728" y="2160"/>
              <a:ext cx="436" cy="2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b="0" i="0" u="none" strike="noStrike" cap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1 4 5</a:t>
              </a:r>
              <a:endParaRPr/>
            </a:p>
          </p:txBody>
        </p:sp>
        <p:cxnSp>
          <p:nvCxnSpPr>
            <p:cNvPr id="225" name="Google Shape;225;p28"/>
            <p:cNvCxnSpPr/>
            <p:nvPr/>
          </p:nvCxnSpPr>
          <p:spPr>
            <a:xfrm>
              <a:off x="2493" y="1871"/>
              <a:ext cx="3" cy="481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oval" w="med" len="med"/>
              <a:tailEnd type="oval" w="med" len="med"/>
            </a:ln>
          </p:spPr>
        </p:cxnSp>
        <p:cxnSp>
          <p:nvCxnSpPr>
            <p:cNvPr id="226" name="Google Shape;226;p28"/>
            <p:cNvCxnSpPr/>
            <p:nvPr/>
          </p:nvCxnSpPr>
          <p:spPr>
            <a:xfrm>
              <a:off x="2493" y="1871"/>
              <a:ext cx="576" cy="386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oval" w="med" len="med"/>
              <a:tailEnd type="oval" w="med" len="med"/>
            </a:ln>
          </p:spPr>
        </p:cxnSp>
        <p:sp>
          <p:nvSpPr>
            <p:cNvPr id="227" name="Google Shape;227;p28"/>
            <p:cNvSpPr txBox="1"/>
            <p:nvPr/>
          </p:nvSpPr>
          <p:spPr>
            <a:xfrm>
              <a:off x="2870" y="2265"/>
              <a:ext cx="436" cy="2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b="0" i="0" u="none" strike="noStrike" cap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1 3 6</a:t>
              </a:r>
              <a:endParaRPr/>
            </a:p>
          </p:txBody>
        </p:sp>
        <p:cxnSp>
          <p:nvCxnSpPr>
            <p:cNvPr id="228" name="Google Shape;228;p28"/>
            <p:cNvCxnSpPr/>
            <p:nvPr/>
          </p:nvCxnSpPr>
          <p:spPr>
            <a:xfrm flipH="1">
              <a:off x="1824" y="2352"/>
              <a:ext cx="672" cy="336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oval" w="med" len="med"/>
              <a:tailEnd type="oval" w="med" len="med"/>
            </a:ln>
          </p:spPr>
        </p:cxnSp>
        <p:sp>
          <p:nvSpPr>
            <p:cNvPr id="229" name="Google Shape;229;p28"/>
            <p:cNvSpPr txBox="1"/>
            <p:nvPr/>
          </p:nvSpPr>
          <p:spPr>
            <a:xfrm>
              <a:off x="1632" y="2640"/>
              <a:ext cx="436" cy="4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b="0" i="0" u="none" strike="noStrike" cap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1 2 4</a:t>
              </a:r>
              <a:endParaRPr/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b="0" i="0" u="none" strike="noStrike" cap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4 5 7</a:t>
              </a:r>
              <a:endParaRPr/>
            </a:p>
          </p:txBody>
        </p:sp>
        <p:cxnSp>
          <p:nvCxnSpPr>
            <p:cNvPr id="230" name="Google Shape;230;p28"/>
            <p:cNvCxnSpPr/>
            <p:nvPr/>
          </p:nvCxnSpPr>
          <p:spPr>
            <a:xfrm>
              <a:off x="2496" y="2352"/>
              <a:ext cx="0" cy="432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oval" w="med" len="med"/>
              <a:tailEnd type="oval" w="med" len="med"/>
            </a:ln>
          </p:spPr>
        </p:cxnSp>
        <p:sp>
          <p:nvSpPr>
            <p:cNvPr id="231" name="Google Shape;231;p28"/>
            <p:cNvSpPr txBox="1"/>
            <p:nvPr/>
          </p:nvSpPr>
          <p:spPr>
            <a:xfrm>
              <a:off x="2256" y="2784"/>
              <a:ext cx="436" cy="4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b="0" i="0" u="none" strike="noStrike" cap="none">
                  <a:solidFill>
                    <a:schemeClr val="hlink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1 2 5</a:t>
              </a:r>
              <a:endParaRPr/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b="0" i="0" u="none" strike="noStrike" cap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4 5 8</a:t>
              </a:r>
              <a:endParaRPr/>
            </a:p>
          </p:txBody>
        </p:sp>
        <p:cxnSp>
          <p:nvCxnSpPr>
            <p:cNvPr id="232" name="Google Shape;232;p28"/>
            <p:cNvCxnSpPr/>
            <p:nvPr/>
          </p:nvCxnSpPr>
          <p:spPr>
            <a:xfrm>
              <a:off x="2496" y="2352"/>
              <a:ext cx="576" cy="432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oval" w="med" len="med"/>
              <a:tailEnd type="oval" w="med" len="med"/>
            </a:ln>
          </p:spPr>
        </p:cxnSp>
        <p:sp>
          <p:nvSpPr>
            <p:cNvPr id="233" name="Google Shape;233;p28"/>
            <p:cNvSpPr txBox="1"/>
            <p:nvPr/>
          </p:nvSpPr>
          <p:spPr>
            <a:xfrm>
              <a:off x="2832" y="2784"/>
              <a:ext cx="436" cy="2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b="0" i="0" u="none" strike="noStrike" cap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1 5 9</a:t>
              </a:r>
              <a:endParaRPr/>
            </a:p>
          </p:txBody>
        </p:sp>
        <p:cxnSp>
          <p:nvCxnSpPr>
            <p:cNvPr id="234" name="Google Shape;234;p28"/>
            <p:cNvCxnSpPr/>
            <p:nvPr/>
          </p:nvCxnSpPr>
          <p:spPr>
            <a:xfrm flipH="1">
              <a:off x="3456" y="1824"/>
              <a:ext cx="528" cy="336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oval" w="med" len="med"/>
              <a:tailEnd type="oval" w="med" len="med"/>
            </a:ln>
          </p:spPr>
        </p:cxnSp>
        <p:sp>
          <p:nvSpPr>
            <p:cNvPr id="235" name="Google Shape;235;p28"/>
            <p:cNvSpPr txBox="1"/>
            <p:nvPr/>
          </p:nvSpPr>
          <p:spPr>
            <a:xfrm>
              <a:off x="3254" y="2169"/>
              <a:ext cx="436" cy="2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b="0" i="0" u="none" strike="noStrike" cap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3 4 5</a:t>
              </a:r>
              <a:endParaRPr/>
            </a:p>
          </p:txBody>
        </p:sp>
        <p:cxnSp>
          <p:nvCxnSpPr>
            <p:cNvPr id="236" name="Google Shape;236;p28"/>
            <p:cNvCxnSpPr/>
            <p:nvPr/>
          </p:nvCxnSpPr>
          <p:spPr>
            <a:xfrm>
              <a:off x="3984" y="1824"/>
              <a:ext cx="0" cy="336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oval" w="med" len="med"/>
              <a:tailEnd type="oval" w="med" len="med"/>
            </a:ln>
          </p:spPr>
        </p:cxnSp>
        <p:sp>
          <p:nvSpPr>
            <p:cNvPr id="237" name="Google Shape;237;p28"/>
            <p:cNvSpPr txBox="1"/>
            <p:nvPr/>
          </p:nvSpPr>
          <p:spPr>
            <a:xfrm>
              <a:off x="3792" y="2160"/>
              <a:ext cx="436" cy="63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b="0" i="0" u="none" strike="noStrike" cap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3 5 6</a:t>
              </a:r>
              <a:endParaRPr/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b="0" i="0" u="none" strike="noStrike" cap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3 5 7</a:t>
              </a:r>
              <a:endParaRPr/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b="0" i="0" u="none" strike="noStrike" cap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6 8 9</a:t>
              </a:r>
              <a:endParaRPr/>
            </a:p>
          </p:txBody>
        </p:sp>
        <p:cxnSp>
          <p:nvCxnSpPr>
            <p:cNvPr id="238" name="Google Shape;238;p28"/>
            <p:cNvCxnSpPr/>
            <p:nvPr/>
          </p:nvCxnSpPr>
          <p:spPr>
            <a:xfrm>
              <a:off x="3984" y="1824"/>
              <a:ext cx="528" cy="336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oval" w="med" len="med"/>
              <a:tailEnd type="oval" w="med" len="med"/>
            </a:ln>
          </p:spPr>
        </p:cxnSp>
        <p:sp>
          <p:nvSpPr>
            <p:cNvPr id="239" name="Google Shape;239;p28"/>
            <p:cNvSpPr txBox="1"/>
            <p:nvPr/>
          </p:nvSpPr>
          <p:spPr>
            <a:xfrm>
              <a:off x="4310" y="2121"/>
              <a:ext cx="436" cy="4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b="0" i="0" u="none" strike="noStrike" cap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3 6 7</a:t>
              </a:r>
              <a:endParaRPr/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b="0" i="0" u="none" strike="noStrike" cap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3 6 8</a:t>
              </a:r>
              <a:endParaRPr/>
            </a:p>
          </p:txBody>
        </p:sp>
      </p:grpSp>
      <p:sp>
        <p:nvSpPr>
          <p:cNvPr id="240" name="Google Shape;240;p28"/>
          <p:cNvSpPr txBox="1"/>
          <p:nvPr/>
        </p:nvSpPr>
        <p:spPr>
          <a:xfrm>
            <a:off x="5715001" y="1905001"/>
            <a:ext cx="2403475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Transaction: 1 2 3 5 6</a:t>
            </a:r>
            <a:endParaRPr/>
          </a:p>
        </p:txBody>
      </p:sp>
      <p:cxnSp>
        <p:nvCxnSpPr>
          <p:cNvPr id="241" name="Google Shape;241;p28"/>
          <p:cNvCxnSpPr/>
          <p:nvPr/>
        </p:nvCxnSpPr>
        <p:spPr>
          <a:xfrm>
            <a:off x="6858000" y="2286000"/>
            <a:ext cx="152400" cy="1066800"/>
          </a:xfrm>
          <a:prstGeom prst="straightConnector1">
            <a:avLst/>
          </a:prstGeom>
          <a:noFill/>
          <a:ln w="19050" cap="flat" cmpd="sng">
            <a:solidFill>
              <a:schemeClr val="folHlink"/>
            </a:solidFill>
            <a:prstDash val="dash"/>
            <a:round/>
            <a:headEnd type="none" w="med" len="med"/>
            <a:tailEnd type="stealth" w="med" len="med"/>
          </a:ln>
        </p:spPr>
      </p:cxnSp>
      <p:sp>
        <p:nvSpPr>
          <p:cNvPr id="242" name="Google Shape;242;p28"/>
          <p:cNvSpPr txBox="1"/>
          <p:nvPr/>
        </p:nvSpPr>
        <p:spPr>
          <a:xfrm>
            <a:off x="3489326" y="3214689"/>
            <a:ext cx="1279525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+ 2 3 5 6</a:t>
            </a:r>
            <a:endParaRPr/>
          </a:p>
        </p:txBody>
      </p:sp>
      <p:cxnSp>
        <p:nvCxnSpPr>
          <p:cNvPr id="243" name="Google Shape;243;p28"/>
          <p:cNvCxnSpPr/>
          <p:nvPr/>
        </p:nvCxnSpPr>
        <p:spPr>
          <a:xfrm>
            <a:off x="4800600" y="3429000"/>
            <a:ext cx="1143000" cy="457200"/>
          </a:xfrm>
          <a:prstGeom prst="straightConnector1">
            <a:avLst/>
          </a:prstGeom>
          <a:noFill/>
          <a:ln w="19050" cap="flat" cmpd="sng">
            <a:solidFill>
              <a:schemeClr val="folHlink"/>
            </a:solidFill>
            <a:prstDash val="dash"/>
            <a:round/>
            <a:headEnd type="none" w="med" len="med"/>
            <a:tailEnd type="stealth" w="med" len="med"/>
          </a:ln>
        </p:spPr>
      </p:cxnSp>
      <p:sp>
        <p:nvSpPr>
          <p:cNvPr id="244" name="Google Shape;244;p28"/>
          <p:cNvSpPr txBox="1"/>
          <p:nvPr/>
        </p:nvSpPr>
        <p:spPr>
          <a:xfrm>
            <a:off x="3108326" y="4814889"/>
            <a:ext cx="1279525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2 + 3 5 6</a:t>
            </a:r>
            <a:endParaRPr/>
          </a:p>
        </p:txBody>
      </p:sp>
      <p:cxnSp>
        <p:nvCxnSpPr>
          <p:cNvPr id="245" name="Google Shape;245;p28"/>
          <p:cNvCxnSpPr/>
          <p:nvPr/>
        </p:nvCxnSpPr>
        <p:spPr>
          <a:xfrm rot="10800000" flipH="1">
            <a:off x="4419600" y="4648200"/>
            <a:ext cx="1524000" cy="381000"/>
          </a:xfrm>
          <a:prstGeom prst="straightConnector1">
            <a:avLst/>
          </a:prstGeom>
          <a:noFill/>
          <a:ln w="19050" cap="flat" cmpd="sng">
            <a:solidFill>
              <a:schemeClr val="folHlink"/>
            </a:solidFill>
            <a:prstDash val="dash"/>
            <a:round/>
            <a:headEnd type="none" w="med" len="med"/>
            <a:tailEnd type="stealth" w="med" len="med"/>
          </a:ln>
        </p:spPr>
      </p:cxnSp>
      <p:sp>
        <p:nvSpPr>
          <p:cNvPr id="246" name="Google Shape;246;p28"/>
          <p:cNvSpPr txBox="1"/>
          <p:nvPr/>
        </p:nvSpPr>
        <p:spPr>
          <a:xfrm>
            <a:off x="3200401" y="3733801"/>
            <a:ext cx="1089025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3 + 5 6</a:t>
            </a:r>
            <a:endParaRPr/>
          </a:p>
        </p:txBody>
      </p:sp>
      <p:cxnSp>
        <p:nvCxnSpPr>
          <p:cNvPr id="247" name="Google Shape;247;p28"/>
          <p:cNvCxnSpPr/>
          <p:nvPr/>
        </p:nvCxnSpPr>
        <p:spPr>
          <a:xfrm>
            <a:off x="4267200" y="3962400"/>
            <a:ext cx="2590800" cy="533400"/>
          </a:xfrm>
          <a:prstGeom prst="straightConnector1">
            <a:avLst/>
          </a:prstGeom>
          <a:noFill/>
          <a:ln w="19050" cap="flat" cmpd="sng">
            <a:solidFill>
              <a:schemeClr val="folHlink"/>
            </a:solidFill>
            <a:prstDash val="dash"/>
            <a:round/>
            <a:headEnd type="none" w="med" len="med"/>
            <a:tailEnd type="stealth" w="med" len="med"/>
          </a:ln>
        </p:spPr>
      </p:cxnSp>
      <p:cxnSp>
        <p:nvCxnSpPr>
          <p:cNvPr id="248" name="Google Shape;248;p28"/>
          <p:cNvCxnSpPr/>
          <p:nvPr/>
        </p:nvCxnSpPr>
        <p:spPr>
          <a:xfrm flipH="1">
            <a:off x="5943600" y="3276600"/>
            <a:ext cx="914400" cy="457200"/>
          </a:xfrm>
          <a:prstGeom prst="straightConnector1">
            <a:avLst/>
          </a:prstGeom>
          <a:noFill/>
          <a:ln w="9525" cap="flat" cmpd="sng">
            <a:solidFill>
              <a:schemeClr val="hlink"/>
            </a:solidFill>
            <a:prstDash val="solid"/>
            <a:miter lim="800000"/>
            <a:headEnd type="none" w="med" len="med"/>
            <a:tailEnd type="stealth" w="med" len="med"/>
          </a:ln>
        </p:spPr>
      </p:cxnSp>
      <p:cxnSp>
        <p:nvCxnSpPr>
          <p:cNvPr id="249" name="Google Shape;249;p28"/>
          <p:cNvCxnSpPr/>
          <p:nvPr/>
        </p:nvCxnSpPr>
        <p:spPr>
          <a:xfrm>
            <a:off x="6096000" y="4648200"/>
            <a:ext cx="685800" cy="533400"/>
          </a:xfrm>
          <a:prstGeom prst="straightConnector1">
            <a:avLst/>
          </a:prstGeom>
          <a:noFill/>
          <a:ln w="9525" cap="flat" cmpd="sng">
            <a:solidFill>
              <a:schemeClr val="hlink"/>
            </a:solidFill>
            <a:prstDash val="solid"/>
            <a:miter lim="800000"/>
            <a:headEnd type="none" w="med" len="med"/>
            <a:tailEnd type="stealth" w="med" len="med"/>
          </a:ln>
        </p:spPr>
      </p:cxnSp>
      <p:cxnSp>
        <p:nvCxnSpPr>
          <p:cNvPr id="250" name="Google Shape;250;p28"/>
          <p:cNvCxnSpPr/>
          <p:nvPr/>
        </p:nvCxnSpPr>
        <p:spPr>
          <a:xfrm>
            <a:off x="6019800" y="4800600"/>
            <a:ext cx="685800" cy="533400"/>
          </a:xfrm>
          <a:prstGeom prst="straightConnector1">
            <a:avLst/>
          </a:prstGeom>
          <a:noFill/>
          <a:ln w="9525" cap="flat" cmpd="sng">
            <a:solidFill>
              <a:schemeClr val="hlink"/>
            </a:solidFill>
            <a:prstDash val="solid"/>
            <a:miter lim="800000"/>
            <a:headEnd type="stealth" w="med" len="med"/>
            <a:tailEnd type="none" w="med" len="med"/>
          </a:ln>
        </p:spPr>
      </p:cxnSp>
      <p:cxnSp>
        <p:nvCxnSpPr>
          <p:cNvPr id="251" name="Google Shape;251;p28"/>
          <p:cNvCxnSpPr/>
          <p:nvPr/>
        </p:nvCxnSpPr>
        <p:spPr>
          <a:xfrm>
            <a:off x="6019800" y="4038600"/>
            <a:ext cx="0" cy="533400"/>
          </a:xfrm>
          <a:prstGeom prst="straightConnector1">
            <a:avLst/>
          </a:prstGeom>
          <a:noFill/>
          <a:ln w="9525" cap="flat" cmpd="sng">
            <a:solidFill>
              <a:schemeClr val="hlink"/>
            </a:solidFill>
            <a:prstDash val="solid"/>
            <a:miter lim="800000"/>
            <a:headEnd type="none" w="med" len="med"/>
            <a:tailEnd type="stealth" w="med" len="med"/>
          </a:ln>
        </p:spPr>
      </p:cxnSp>
      <p:cxnSp>
        <p:nvCxnSpPr>
          <p:cNvPr id="252" name="Google Shape;252;p28"/>
          <p:cNvCxnSpPr/>
          <p:nvPr/>
        </p:nvCxnSpPr>
        <p:spPr>
          <a:xfrm>
            <a:off x="6019800" y="4800600"/>
            <a:ext cx="0" cy="533400"/>
          </a:xfrm>
          <a:prstGeom prst="straightConnector1">
            <a:avLst/>
          </a:prstGeom>
          <a:noFill/>
          <a:ln w="9525" cap="flat" cmpd="sng">
            <a:solidFill>
              <a:schemeClr val="hlink"/>
            </a:solidFill>
            <a:prstDash val="solid"/>
            <a:miter lim="800000"/>
            <a:headEnd type="none" w="med" len="med"/>
            <a:tailEnd type="stealth" w="med" len="med"/>
          </a:ln>
        </p:spPr>
      </p:cxn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29"/>
          <p:cNvSpPr txBox="1">
            <a:spLocks noGrp="1"/>
          </p:cNvSpPr>
          <p:nvPr>
            <p:ph type="title"/>
          </p:nvPr>
        </p:nvSpPr>
        <p:spPr>
          <a:xfrm>
            <a:off x="1657546" y="428134"/>
            <a:ext cx="7564438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36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Challenges of Frequent Pattern Mining</a:t>
            </a:r>
            <a:endParaRPr/>
          </a:p>
        </p:txBody>
      </p:sp>
      <p:sp>
        <p:nvSpPr>
          <p:cNvPr id="258" name="Google Shape;258;p29"/>
          <p:cNvSpPr txBox="1">
            <a:spLocks noGrp="1"/>
          </p:cNvSpPr>
          <p:nvPr>
            <p:ph type="body" idx="1"/>
          </p:nvPr>
        </p:nvSpPr>
        <p:spPr>
          <a:xfrm>
            <a:off x="584462" y="1524000"/>
            <a:ext cx="11274458" cy="502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42900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Challenges</a:t>
            </a:r>
            <a:endParaRPr/>
          </a:p>
          <a:p>
            <a:pPr marL="914400" lvl="1" indent="-34290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Multiple scans of transaction database</a:t>
            </a:r>
            <a:endParaRPr/>
          </a:p>
          <a:p>
            <a:pPr marL="914400" lvl="1" indent="-34290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Huge number of candidates</a:t>
            </a:r>
            <a:endParaRPr/>
          </a:p>
          <a:p>
            <a:pPr marL="914400" lvl="1" indent="-34290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Tedious workload of support counting for candidates</a:t>
            </a:r>
            <a:endParaRPr/>
          </a:p>
          <a:p>
            <a:pPr marL="457200" lvl="0" indent="-342900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 sz="2400"/>
              <a:t>Improving Apriori: general ideas</a:t>
            </a:r>
            <a:endParaRPr/>
          </a:p>
          <a:p>
            <a:pPr marL="914400" lvl="1" indent="-34290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Reduce passes of transaction database scans</a:t>
            </a:r>
            <a:endParaRPr/>
          </a:p>
          <a:p>
            <a:pPr marL="914400" lvl="1" indent="-34290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Shrink number of candidates</a:t>
            </a:r>
            <a:endParaRPr/>
          </a:p>
          <a:p>
            <a:pPr marL="914400" lvl="1" indent="-34290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Facilitate support counting of candidates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29"/>
          <p:cNvSpPr txBox="1">
            <a:spLocks noGrp="1"/>
          </p:cNvSpPr>
          <p:nvPr>
            <p:ph type="title"/>
          </p:nvPr>
        </p:nvSpPr>
        <p:spPr>
          <a:xfrm>
            <a:off x="1657546" y="428134"/>
            <a:ext cx="7564438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3600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Regression</a:t>
            </a:r>
            <a:endParaRPr dirty="0"/>
          </a:p>
        </p:txBody>
      </p:sp>
      <p:sp>
        <p:nvSpPr>
          <p:cNvPr id="258" name="Google Shape;258;p29"/>
          <p:cNvSpPr txBox="1">
            <a:spLocks noGrp="1"/>
          </p:cNvSpPr>
          <p:nvPr>
            <p:ph type="body" idx="1"/>
          </p:nvPr>
        </p:nvSpPr>
        <p:spPr>
          <a:xfrm>
            <a:off x="584462" y="1524000"/>
            <a:ext cx="11274458" cy="502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42900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 dirty="0"/>
              <a:t>Regression analysis is a statistical method to model the relationship between a dependent (target) and independent (predictor) variables with one or more independent variables. </a:t>
            </a:r>
          </a:p>
          <a:p>
            <a:pPr marL="457200" lvl="0" indent="-342900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 dirty="0"/>
              <a:t>More specifically, Regression analysis helps us to understand how the value of the dependent variable is changing corresponding to an independent variable when other independent variables are held fixed. </a:t>
            </a:r>
          </a:p>
          <a:p>
            <a:pPr marL="457200" lvl="0" indent="-342900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 dirty="0"/>
              <a:t>It predicts continuous/real values such as temperature, age, salary, price, etc.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29605615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29"/>
          <p:cNvSpPr txBox="1">
            <a:spLocks noGrp="1"/>
          </p:cNvSpPr>
          <p:nvPr>
            <p:ph type="title"/>
          </p:nvPr>
        </p:nvSpPr>
        <p:spPr>
          <a:xfrm>
            <a:off x="1657546" y="428134"/>
            <a:ext cx="7564438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3600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Linear Regression</a:t>
            </a:r>
            <a:endParaRPr dirty="0"/>
          </a:p>
        </p:txBody>
      </p:sp>
      <p:sp>
        <p:nvSpPr>
          <p:cNvPr id="258" name="Google Shape;258;p29"/>
          <p:cNvSpPr txBox="1">
            <a:spLocks noGrp="1"/>
          </p:cNvSpPr>
          <p:nvPr>
            <p:ph type="body" idx="1"/>
          </p:nvPr>
        </p:nvSpPr>
        <p:spPr>
          <a:xfrm>
            <a:off x="584462" y="1524000"/>
            <a:ext cx="11274458" cy="502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42900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 dirty="0"/>
              <a:t>Linear regression algorithm shows a linear relationship between a dependent (y) and one or more independent (y) variables, hence called as linear regression. </a:t>
            </a:r>
          </a:p>
          <a:p>
            <a:pPr marL="457200" lvl="0" indent="-342900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 dirty="0"/>
              <a:t>Since linear regression shows the linear relationship, which means it finds how the value of the dependent variable is changing according to the value of the independent variable.</a:t>
            </a:r>
          </a:p>
          <a:p>
            <a:pPr marL="457200" lvl="0" indent="-342900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endParaRPr lang="en-US" dirty="0"/>
          </a:p>
          <a:p>
            <a:pPr marL="457200" lvl="0" indent="-342900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 dirty="0"/>
              <a:t>The linear regression model provides a sloped straight line representing the relationship between the variables. 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47155130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29"/>
          <p:cNvSpPr txBox="1">
            <a:spLocks noGrp="1"/>
          </p:cNvSpPr>
          <p:nvPr>
            <p:ph type="title"/>
          </p:nvPr>
        </p:nvSpPr>
        <p:spPr>
          <a:xfrm>
            <a:off x="1657546" y="428134"/>
            <a:ext cx="7564438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3600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Linear Regression: Example</a:t>
            </a: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0828EC0D-8ED2-7CD2-6DA7-86E50A5130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057" y="940714"/>
            <a:ext cx="9111709" cy="567219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76044977-2660-F05A-2660-17E4C2BE23CA}"/>
              </a:ext>
            </a:extLst>
          </p:cNvPr>
          <p:cNvSpPr txBox="1"/>
          <p:nvPr/>
        </p:nvSpPr>
        <p:spPr>
          <a:xfrm>
            <a:off x="5143893" y="1564059"/>
            <a:ext cx="6094428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b="1" i="0" dirty="0">
                <a:solidFill>
                  <a:srgbClr val="333333"/>
                </a:solidFill>
                <a:effectLst/>
                <a:latin typeface="inter-bold"/>
              </a:rPr>
              <a:t>Here,</a:t>
            </a:r>
          </a:p>
          <a:p>
            <a:pPr algn="just"/>
            <a:endParaRPr lang="en-US" b="1" i="0" dirty="0">
              <a:solidFill>
                <a:srgbClr val="333333"/>
              </a:solidFill>
              <a:effectLst/>
              <a:latin typeface="inter-bold"/>
            </a:endParaRPr>
          </a:p>
          <a:p>
            <a:pPr algn="just"/>
            <a:r>
              <a:rPr lang="en-US" b="1" i="0" dirty="0">
                <a:solidFill>
                  <a:srgbClr val="333333"/>
                </a:solidFill>
                <a:effectLst/>
                <a:latin typeface="inter-bold"/>
              </a:rPr>
              <a:t>Y= Dependent Variable (Target Variable)</a:t>
            </a:r>
          </a:p>
          <a:p>
            <a:pPr algn="just"/>
            <a:r>
              <a:rPr lang="en-US" b="1" i="0" dirty="0">
                <a:solidFill>
                  <a:srgbClr val="333333"/>
                </a:solidFill>
                <a:effectLst/>
                <a:latin typeface="inter-bold"/>
              </a:rPr>
              <a:t>X= Independent Variable (predictor Variable)</a:t>
            </a:r>
          </a:p>
          <a:p>
            <a:pPr algn="just"/>
            <a:r>
              <a:rPr lang="en-US" b="1" i="0" dirty="0">
                <a:solidFill>
                  <a:srgbClr val="333333"/>
                </a:solidFill>
                <a:effectLst/>
                <a:latin typeface="inter-bold"/>
              </a:rPr>
              <a:t>a0= intercept of the line (Gives an additional degree of freedom)</a:t>
            </a:r>
          </a:p>
          <a:p>
            <a:pPr algn="just"/>
            <a:r>
              <a:rPr lang="en-US" b="1" i="0" dirty="0">
                <a:solidFill>
                  <a:srgbClr val="333333"/>
                </a:solidFill>
                <a:effectLst/>
                <a:latin typeface="inter-bold"/>
              </a:rPr>
              <a:t>a1 = Linear regression coefficient (scale factor to each input value).</a:t>
            </a:r>
          </a:p>
          <a:p>
            <a:pPr algn="just"/>
            <a:r>
              <a:rPr lang="en-US" b="1" i="0" dirty="0">
                <a:solidFill>
                  <a:srgbClr val="333333"/>
                </a:solidFill>
                <a:effectLst/>
                <a:latin typeface="inter-bold"/>
              </a:rPr>
              <a:t>ε = random error</a:t>
            </a:r>
          </a:p>
          <a:p>
            <a:pPr algn="just"/>
            <a:endParaRPr lang="en-US" b="1" i="0" dirty="0">
              <a:solidFill>
                <a:srgbClr val="333333"/>
              </a:solidFill>
              <a:effectLst/>
              <a:latin typeface="inter-bold"/>
            </a:endParaRPr>
          </a:p>
          <a:p>
            <a:pPr algn="just"/>
            <a:r>
              <a:rPr lang="en-US" b="1" i="0" dirty="0">
                <a:solidFill>
                  <a:srgbClr val="333333"/>
                </a:solidFill>
                <a:effectLst/>
                <a:latin typeface="inter-bold"/>
              </a:rPr>
              <a:t>The values for x and y variables are training datasets for Linear Regression model representation.</a:t>
            </a:r>
            <a:endParaRPr lang="en-US" b="0" i="0" dirty="0">
              <a:solidFill>
                <a:srgbClr val="333333"/>
              </a:solidFill>
              <a:effectLst/>
              <a:latin typeface="inter-regular"/>
            </a:endParaRPr>
          </a:p>
        </p:txBody>
      </p:sp>
    </p:spTree>
    <p:extLst>
      <p:ext uri="{BB962C8B-B14F-4D97-AF65-F5344CB8AC3E}">
        <p14:creationId xmlns:p14="http://schemas.microsoft.com/office/powerpoint/2010/main" val="306770862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29"/>
          <p:cNvSpPr txBox="1">
            <a:spLocks noGrp="1"/>
          </p:cNvSpPr>
          <p:nvPr>
            <p:ph type="title"/>
          </p:nvPr>
        </p:nvSpPr>
        <p:spPr>
          <a:xfrm>
            <a:off x="1657546" y="428134"/>
            <a:ext cx="7564438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3600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Linear Regression: Types</a:t>
            </a: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EB006942-181C-C839-24C0-8501F5421C2C}"/>
              </a:ext>
            </a:extLst>
          </p:cNvPr>
          <p:cNvSpPr txBox="1"/>
          <p:nvPr/>
        </p:nvSpPr>
        <p:spPr>
          <a:xfrm>
            <a:off x="558539" y="1388891"/>
            <a:ext cx="609442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000000"/>
                </a:solidFill>
                <a:effectLst/>
                <a:latin typeface="inter-bold"/>
              </a:rPr>
              <a:t>Positive Linear Relationship:</a:t>
            </a:r>
          </a:p>
          <a:p>
            <a:pPr algn="just"/>
            <a:r>
              <a:rPr lang="en-US" i="0" dirty="0">
                <a:solidFill>
                  <a:srgbClr val="000000"/>
                </a:solidFill>
                <a:effectLst/>
                <a:latin typeface="inter-bold"/>
              </a:rPr>
              <a:t>If the dependent variable increases on the Y-axis and independent variable increases on X-axis, then such a relationship is termed as a Positive linear relationship.</a:t>
            </a:r>
            <a:endParaRPr lang="en-US" i="0" dirty="0">
              <a:solidFill>
                <a:srgbClr val="000000"/>
              </a:solidFill>
              <a:effectLst/>
              <a:latin typeface="inter-regular"/>
            </a:endParaRPr>
          </a:p>
        </p:txBody>
      </p:sp>
      <p:pic>
        <p:nvPicPr>
          <p:cNvPr id="1026" name="Picture 2" descr="Linear Regression in Machine Learning">
            <a:extLst>
              <a:ext uri="{FF2B5EF4-FFF2-40B4-BE49-F238E27FC236}">
                <a16:creationId xmlns="" xmlns:a16="http://schemas.microsoft.com/office/drawing/2014/main" id="{FC65D629-FC5A-2EA3-3FB5-E4BAAAAF75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539" y="2687278"/>
            <a:ext cx="4070022" cy="28167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02E7D156-9718-E6A1-7E62-23A6D4D9528D}"/>
              </a:ext>
            </a:extLst>
          </p:cNvPr>
          <p:cNvSpPr txBox="1"/>
          <p:nvPr/>
        </p:nvSpPr>
        <p:spPr>
          <a:xfrm>
            <a:off x="5818695" y="2895325"/>
            <a:ext cx="609442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Negative Linear Relationship:</a:t>
            </a:r>
          </a:p>
          <a:p>
            <a:r>
              <a:rPr lang="en-US" dirty="0"/>
              <a:t>If the dependent variable decreases on the Y-axis and independent variable increases on the X-axis, then such a relationship is called a negative linear relationship.</a:t>
            </a:r>
            <a:endParaRPr lang="en-IN" dirty="0"/>
          </a:p>
        </p:txBody>
      </p:sp>
      <p:pic>
        <p:nvPicPr>
          <p:cNvPr id="9" name="Picture 8">
            <a:extLst>
              <a:ext uri="{FF2B5EF4-FFF2-40B4-BE49-F238E27FC236}">
                <a16:creationId xmlns="" xmlns:a16="http://schemas.microsoft.com/office/drawing/2014/main" id="{5F2D7AF1-BB98-C8C0-D86C-73CDD23AAC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25376" y="4060732"/>
            <a:ext cx="4538655" cy="28167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893176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Rectangle 2">
            <a:extLst>
              <a:ext uri="{FF2B5EF4-FFF2-40B4-BE49-F238E27FC236}">
                <a16:creationId xmlns="" xmlns:a16="http://schemas.microsoft.com/office/drawing/2014/main" id="{A82FA57E-0321-0BBA-7717-EDEFCD7587C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80767" y="1447800"/>
            <a:ext cx="11368726" cy="5029200"/>
          </a:xfrm>
          <a:noFill/>
        </p:spPr>
        <p:txBody>
          <a:bodyPr spcFirstLastPara="1" wrap="square" lIns="92075" tIns="46038" rIns="92075" bIns="46038" anchor="t" anchorCtr="0">
            <a:normAutofit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en-US" sz="2400" dirty="0">
                <a:solidFill>
                  <a:schemeClr val="hlink"/>
                </a:solidFill>
              </a:rPr>
              <a:t>Classification</a:t>
            </a:r>
            <a:r>
              <a:rPr lang="en-US" altLang="en-US" sz="2000" dirty="0"/>
              <a:t>  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dirty="0"/>
              <a:t>predicts categorical class labels (discrete or nominal)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dirty="0"/>
              <a:t>classifies data (constructs a model) based on the training set and the values (</a:t>
            </a:r>
            <a:r>
              <a:rPr lang="en-US" altLang="en-US" dirty="0">
                <a:solidFill>
                  <a:schemeClr val="hlink"/>
                </a:solidFill>
              </a:rPr>
              <a:t>class labels</a:t>
            </a:r>
            <a:r>
              <a:rPr lang="en-US" altLang="en-US" dirty="0"/>
              <a:t>) in a classifying attribute and uses it in classifying new data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400" dirty="0">
                <a:solidFill>
                  <a:schemeClr val="hlink"/>
                </a:solidFill>
              </a:rPr>
              <a:t>Numeric Prediction  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dirty="0"/>
              <a:t>models continuous-valued functions, i.e., predicts unknown or missing values 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400" dirty="0"/>
              <a:t>Typical applications</a:t>
            </a:r>
          </a:p>
          <a:p>
            <a:pPr lvl="1" eaLnBrk="1" hangingPunct="1">
              <a:lnSpc>
                <a:spcPct val="90000"/>
              </a:lnSpc>
              <a:buClr>
                <a:srgbClr val="0000CC"/>
              </a:buClr>
            </a:pPr>
            <a:r>
              <a:rPr lang="en-US" altLang="en-US" dirty="0"/>
              <a:t>Credit/loan approval:</a:t>
            </a:r>
          </a:p>
          <a:p>
            <a:pPr lvl="1" eaLnBrk="1" hangingPunct="1">
              <a:lnSpc>
                <a:spcPct val="90000"/>
              </a:lnSpc>
              <a:buClr>
                <a:srgbClr val="0000CC"/>
              </a:buClr>
            </a:pPr>
            <a:r>
              <a:rPr lang="en-US" altLang="en-US" dirty="0"/>
              <a:t>Medical diagnosis: if a tumor is cancerous or benign</a:t>
            </a:r>
          </a:p>
          <a:p>
            <a:pPr lvl="1" eaLnBrk="1" hangingPunct="1">
              <a:lnSpc>
                <a:spcPct val="90000"/>
              </a:lnSpc>
              <a:buClr>
                <a:srgbClr val="0000CC"/>
              </a:buClr>
            </a:pPr>
            <a:r>
              <a:rPr lang="en-US" altLang="en-US" dirty="0"/>
              <a:t>Fraud detection: if a transaction is fraudulent</a:t>
            </a:r>
          </a:p>
          <a:p>
            <a:pPr lvl="1" eaLnBrk="1" hangingPunct="1">
              <a:lnSpc>
                <a:spcPct val="90000"/>
              </a:lnSpc>
              <a:buClr>
                <a:srgbClr val="0000CC"/>
              </a:buClr>
            </a:pPr>
            <a:r>
              <a:rPr lang="en-US" altLang="en-US" dirty="0"/>
              <a:t>Web page categorization: which category it is</a:t>
            </a:r>
          </a:p>
        </p:txBody>
      </p:sp>
      <p:sp>
        <p:nvSpPr>
          <p:cNvPr id="9220" name="Rectangle 3">
            <a:extLst>
              <a:ext uri="{FF2B5EF4-FFF2-40B4-BE49-F238E27FC236}">
                <a16:creationId xmlns="" xmlns:a16="http://schemas.microsoft.com/office/drawing/2014/main" id="{38720804-629F-5819-21AB-51950B932EE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14952" y="541452"/>
            <a:ext cx="9144000" cy="1047750"/>
          </a:xfrm>
          <a:noFill/>
        </p:spPr>
        <p:txBody>
          <a:bodyPr spcFirstLastPara="1" wrap="square" lIns="92075" tIns="46038" rIns="92075" bIns="46038" anchor="ctr" anchorCtr="0">
            <a:noAutofit/>
          </a:bodyPr>
          <a:lstStyle/>
          <a:p>
            <a:pPr algn="ctr" eaLnBrk="1" hangingPunct="1"/>
            <a:r>
              <a:rPr lang="en-US" altLang="en-US" sz="3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Prediction Problems: Classification vs. Numeric Prediction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Rectangle 2">
            <a:extLst>
              <a:ext uri="{FF2B5EF4-FFF2-40B4-BE49-F238E27FC236}">
                <a16:creationId xmlns="" xmlns:a16="http://schemas.microsoft.com/office/drawing/2014/main" id="{3F981B7C-C8AA-F1F9-F5C4-34F0C134716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887718" y="540470"/>
            <a:ext cx="8001000" cy="685800"/>
          </a:xfrm>
        </p:spPr>
        <p:txBody>
          <a:bodyPr>
            <a:normAutofit/>
          </a:bodyPr>
          <a:lstStyle/>
          <a:p>
            <a:pPr algn="ctr" eaLnBrk="1" hangingPunct="1"/>
            <a:r>
              <a:rPr lang="en-US" altLang="en-US" sz="3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Classification—A Two-Step Process </a:t>
            </a:r>
          </a:p>
        </p:txBody>
      </p:sp>
      <p:sp>
        <p:nvSpPr>
          <p:cNvPr id="11268" name="Rectangle 3">
            <a:extLst>
              <a:ext uri="{FF2B5EF4-FFF2-40B4-BE49-F238E27FC236}">
                <a16:creationId xmlns="" xmlns:a16="http://schemas.microsoft.com/office/drawing/2014/main" id="{2DE1D0A8-DCEB-CFF5-7B59-4829C1E5C38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09047" y="1371600"/>
            <a:ext cx="11302739" cy="5257800"/>
          </a:xfrm>
        </p:spPr>
        <p:txBody>
          <a:bodyPr/>
          <a:lstStyle/>
          <a:p>
            <a:pPr eaLnBrk="1" hangingPunct="1"/>
            <a:r>
              <a:rPr lang="en-US" altLang="en-US" sz="2000" dirty="0">
                <a:solidFill>
                  <a:schemeClr val="hlink"/>
                </a:solidFill>
              </a:rPr>
              <a:t>Model construction</a:t>
            </a:r>
            <a:r>
              <a:rPr lang="en-US" altLang="en-US" sz="2000" dirty="0"/>
              <a:t>: describing a set of predetermined classes</a:t>
            </a:r>
          </a:p>
          <a:p>
            <a:pPr lvl="1" eaLnBrk="1" hangingPunct="1"/>
            <a:r>
              <a:rPr lang="en-US" altLang="en-US" sz="2000" dirty="0"/>
              <a:t>Each tuple/sample is assumed to belong to a predefined class, as determined by the </a:t>
            </a:r>
            <a:r>
              <a:rPr lang="en-US" altLang="en-US" sz="2000" dirty="0">
                <a:solidFill>
                  <a:schemeClr val="hlink"/>
                </a:solidFill>
              </a:rPr>
              <a:t>class label attribute</a:t>
            </a:r>
          </a:p>
          <a:p>
            <a:pPr lvl="1" eaLnBrk="1" hangingPunct="1"/>
            <a:r>
              <a:rPr lang="en-US" altLang="en-US" sz="2000" dirty="0"/>
              <a:t>The set of tuples used for model construction is </a:t>
            </a:r>
            <a:r>
              <a:rPr lang="en-US" altLang="en-US" sz="2000" dirty="0">
                <a:solidFill>
                  <a:schemeClr val="hlink"/>
                </a:solidFill>
              </a:rPr>
              <a:t>training set</a:t>
            </a:r>
          </a:p>
          <a:p>
            <a:pPr lvl="1" eaLnBrk="1" hangingPunct="1"/>
            <a:r>
              <a:rPr lang="en-US" altLang="en-US" sz="2000" dirty="0"/>
              <a:t>The model is represented as classification rules, decision trees, or mathematical formulae</a:t>
            </a:r>
          </a:p>
          <a:p>
            <a:pPr eaLnBrk="1" hangingPunct="1"/>
            <a:r>
              <a:rPr lang="en-US" altLang="en-US" sz="2000" dirty="0">
                <a:solidFill>
                  <a:schemeClr val="hlink"/>
                </a:solidFill>
              </a:rPr>
              <a:t>Model usage</a:t>
            </a:r>
            <a:r>
              <a:rPr lang="en-US" altLang="en-US" sz="2000" dirty="0"/>
              <a:t>: for classifying future or unknown objects</a:t>
            </a:r>
          </a:p>
          <a:p>
            <a:pPr lvl="1" eaLnBrk="1" hangingPunct="1"/>
            <a:r>
              <a:rPr lang="en-US" altLang="en-US" sz="2000" dirty="0">
                <a:solidFill>
                  <a:schemeClr val="hlink"/>
                </a:solidFill>
              </a:rPr>
              <a:t>Estimate accuracy</a:t>
            </a:r>
            <a:r>
              <a:rPr lang="en-US" altLang="en-US" sz="2000" dirty="0"/>
              <a:t> of the model</a:t>
            </a:r>
          </a:p>
          <a:p>
            <a:pPr lvl="2" eaLnBrk="1" hangingPunct="1"/>
            <a:r>
              <a:rPr lang="en-US" altLang="en-US" dirty="0"/>
              <a:t>The known label of test sample is compared with the classified result from the model</a:t>
            </a:r>
          </a:p>
          <a:p>
            <a:pPr lvl="2" eaLnBrk="1" hangingPunct="1"/>
            <a:r>
              <a:rPr lang="en-US" altLang="en-US" dirty="0">
                <a:solidFill>
                  <a:schemeClr val="hlink"/>
                </a:solidFill>
              </a:rPr>
              <a:t>Accuracy</a:t>
            </a:r>
            <a:r>
              <a:rPr lang="en-US" altLang="en-US" dirty="0"/>
              <a:t> rate is the percentage of test set samples that are correctly classified by the model</a:t>
            </a:r>
          </a:p>
          <a:p>
            <a:pPr lvl="2" eaLnBrk="1" hangingPunct="1"/>
            <a:r>
              <a:rPr lang="en-US" altLang="en-US" dirty="0">
                <a:solidFill>
                  <a:schemeClr val="hlink"/>
                </a:solidFill>
              </a:rPr>
              <a:t>Test set</a:t>
            </a:r>
            <a:r>
              <a:rPr lang="en-US" altLang="en-US" dirty="0"/>
              <a:t> is independent of training set (otherwise overfitting) </a:t>
            </a:r>
          </a:p>
          <a:p>
            <a:pPr lvl="1" eaLnBrk="1" hangingPunct="1"/>
            <a:r>
              <a:rPr lang="en-US" altLang="en-US" sz="2000" dirty="0"/>
              <a:t>If the accuracy is acceptable, use the model to </a:t>
            </a:r>
            <a:r>
              <a:rPr lang="en-US" altLang="en-US" sz="2000" dirty="0">
                <a:solidFill>
                  <a:schemeClr val="hlink"/>
                </a:solidFill>
              </a:rPr>
              <a:t>classify new data</a:t>
            </a:r>
          </a:p>
          <a:p>
            <a:pPr eaLnBrk="1" hangingPunct="1"/>
            <a:r>
              <a:rPr lang="en-US" altLang="en-US" sz="2000" dirty="0"/>
              <a:t>Note: If </a:t>
            </a:r>
            <a:r>
              <a:rPr lang="en-US" altLang="en-US" sz="2000" i="1" dirty="0"/>
              <a:t>the test set </a:t>
            </a:r>
            <a:r>
              <a:rPr lang="en-US" altLang="en-US" sz="2000" dirty="0"/>
              <a:t>is used to select models, it is called </a:t>
            </a:r>
            <a:r>
              <a:rPr lang="en-US" altLang="en-US" sz="2000" dirty="0">
                <a:solidFill>
                  <a:srgbClr val="C00000"/>
                </a:solidFill>
              </a:rPr>
              <a:t>validation (test) set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2">
            <a:extLst>
              <a:ext uri="{FF2B5EF4-FFF2-40B4-BE49-F238E27FC236}">
                <a16:creationId xmlns="" xmlns:a16="http://schemas.microsoft.com/office/drawing/2014/main" id="{96B72559-F7FC-E90A-3616-501F2752DC9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687179" y="315914"/>
            <a:ext cx="8077200" cy="762000"/>
          </a:xfrm>
          <a:noFill/>
        </p:spPr>
        <p:txBody>
          <a:bodyPr spcFirstLastPara="1" wrap="square" lIns="92075" tIns="46038" rIns="92075" bIns="46038" anchor="ctr" anchorCtr="0">
            <a:normAutofit/>
          </a:bodyPr>
          <a:lstStyle/>
          <a:p>
            <a:pPr algn="ctr" eaLnBrk="1" hangingPunct="1"/>
            <a:r>
              <a:rPr lang="en-US" altLang="en-US" sz="36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Process (1): Model Construction</a:t>
            </a:r>
          </a:p>
        </p:txBody>
      </p:sp>
      <p:grpSp>
        <p:nvGrpSpPr>
          <p:cNvPr id="13316" name="Group 3">
            <a:extLst>
              <a:ext uri="{FF2B5EF4-FFF2-40B4-BE49-F238E27FC236}">
                <a16:creationId xmlns="" xmlns:a16="http://schemas.microsoft.com/office/drawing/2014/main" id="{1844AFB9-DD27-CA3A-1F48-7CD4C6ED5916}"/>
              </a:ext>
            </a:extLst>
          </p:cNvPr>
          <p:cNvGrpSpPr>
            <a:grpSpLocks/>
          </p:cNvGrpSpPr>
          <p:nvPr/>
        </p:nvGrpSpPr>
        <p:grpSpPr bwMode="auto">
          <a:xfrm>
            <a:off x="3560764" y="1774825"/>
            <a:ext cx="1698625" cy="1506538"/>
            <a:chOff x="1283" y="1118"/>
            <a:chExt cx="1070" cy="949"/>
          </a:xfrm>
        </p:grpSpPr>
        <p:pic>
          <p:nvPicPr>
            <p:cNvPr id="13329" name="Picture 4">
              <a:extLst>
                <a:ext uri="{FF2B5EF4-FFF2-40B4-BE49-F238E27FC236}">
                  <a16:creationId xmlns="" xmlns:a16="http://schemas.microsoft.com/office/drawing/2014/main" id="{8297B254-D1FE-6C45-14BE-7B65E06421AB}"/>
                </a:ext>
              </a:extLst>
            </p:cNvPr>
            <p:cNvPicPr>
              <a:picLocks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83" y="1118"/>
              <a:ext cx="1070" cy="9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3330" name="Rectangle 5">
              <a:extLst>
                <a:ext uri="{FF2B5EF4-FFF2-40B4-BE49-F238E27FC236}">
                  <a16:creationId xmlns="" xmlns:a16="http://schemas.microsoft.com/office/drawing/2014/main" id="{130C85F7-9283-F499-06CB-4CECF5E2AA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7" y="1395"/>
              <a:ext cx="934" cy="5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2075" tIns="46038" rIns="92075" bIns="46038" anchor="ctr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>
                  <a:latin typeface="Times New Roman" panose="02020603050405020304" pitchFamily="18" charset="0"/>
                </a:rPr>
                <a:t>Training</a:t>
              </a:r>
            </a:p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>
                  <a:latin typeface="Times New Roman" panose="02020603050405020304" pitchFamily="18" charset="0"/>
                </a:rPr>
                <a:t>Data</a:t>
              </a:r>
            </a:p>
          </p:txBody>
        </p:sp>
      </p:grpSp>
      <p:graphicFrame>
        <p:nvGraphicFramePr>
          <p:cNvPr id="13317" name="Object 0">
            <a:extLst>
              <a:ext uri="{FF2B5EF4-FFF2-40B4-BE49-F238E27FC236}">
                <a16:creationId xmlns="" xmlns:a16="http://schemas.microsoft.com/office/drawing/2014/main" id="{9A67F20F-0958-731B-04E5-BACC69614355}"/>
              </a:ext>
            </a:extLst>
          </p:cNvPr>
          <p:cNvGraphicFramePr>
            <a:graphicFrameLocks/>
          </p:cNvGraphicFramePr>
          <p:nvPr/>
        </p:nvGraphicFramePr>
        <p:xfrm>
          <a:off x="1812925" y="3825875"/>
          <a:ext cx="5437188" cy="2495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1" name="Worksheet" r:id="rId5" imgW="5437188" imgH="2495550" progId="Excel.Sheet.8">
                  <p:embed/>
                </p:oleObj>
              </mc:Choice>
              <mc:Fallback>
                <p:oleObj name="Worksheet" r:id="rId5" imgW="5437188" imgH="2495550" progId="Excel.Sheet.8">
                  <p:embed/>
                  <p:pic>
                    <p:nvPicPr>
                      <p:cNvPr id="13317" name="Object 0">
                        <a:extLst>
                          <a:ext uri="{FF2B5EF4-FFF2-40B4-BE49-F238E27FC236}">
                            <a16:creationId xmlns="" xmlns:a16="http://schemas.microsoft.com/office/drawing/2014/main" id="{9A67F20F-0958-731B-04E5-BACC69614355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12925" y="3825875"/>
                        <a:ext cx="5437188" cy="2495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>
                                  <a:alpha val="74997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18" name="Line 7">
            <a:extLst>
              <a:ext uri="{FF2B5EF4-FFF2-40B4-BE49-F238E27FC236}">
                <a16:creationId xmlns="" xmlns:a16="http://schemas.microsoft.com/office/drawing/2014/main" id="{3EDA4CF9-7131-D9B1-CD7A-BBBD13936B2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830388" y="3111500"/>
            <a:ext cx="1644650" cy="700088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3319" name="Line 8">
            <a:extLst>
              <a:ext uri="{FF2B5EF4-FFF2-40B4-BE49-F238E27FC236}">
                <a16:creationId xmlns="" xmlns:a16="http://schemas.microsoft.com/office/drawing/2014/main" id="{9BC80E9B-268C-CBF7-80A5-59F82D4A85FC}"/>
              </a:ext>
            </a:extLst>
          </p:cNvPr>
          <p:cNvSpPr>
            <a:spLocks noChangeShapeType="1"/>
          </p:cNvSpPr>
          <p:nvPr/>
        </p:nvSpPr>
        <p:spPr bwMode="auto">
          <a:xfrm>
            <a:off x="5260975" y="3111500"/>
            <a:ext cx="2025650" cy="700088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3320" name="Rectangle 9">
            <a:extLst>
              <a:ext uri="{FF2B5EF4-FFF2-40B4-BE49-F238E27FC236}">
                <a16:creationId xmlns="" xmlns:a16="http://schemas.microsoft.com/office/drawing/2014/main" id="{DD217634-0119-630B-AA43-D01C2050D3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05764" y="1622426"/>
            <a:ext cx="1870075" cy="835025"/>
          </a:xfrm>
          <a:prstGeom prst="rect">
            <a:avLst/>
          </a:prstGeom>
          <a:solidFill>
            <a:srgbClr val="CCFFFF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Classification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Algorithms</a:t>
            </a:r>
          </a:p>
        </p:txBody>
      </p:sp>
      <p:sp>
        <p:nvSpPr>
          <p:cNvPr id="13321" name="AutoShape 10">
            <a:extLst>
              <a:ext uri="{FF2B5EF4-FFF2-40B4-BE49-F238E27FC236}">
                <a16:creationId xmlns="" xmlns:a16="http://schemas.microsoft.com/office/drawing/2014/main" id="{2C889DDC-D40E-1088-6596-F423BFE530DC}"/>
              </a:ext>
            </a:extLst>
          </p:cNvPr>
          <p:cNvSpPr>
            <a:spLocks noChangeArrowheads="1"/>
          </p:cNvSpPr>
          <p:nvPr/>
        </p:nvSpPr>
        <p:spPr bwMode="auto">
          <a:xfrm rot="20460000">
            <a:off x="5759450" y="2074864"/>
            <a:ext cx="1657350" cy="484187"/>
          </a:xfrm>
          <a:prstGeom prst="rightArrow">
            <a:avLst>
              <a:gd name="adj1" fmla="val 50000"/>
              <a:gd name="adj2" fmla="val 85606"/>
            </a:avLst>
          </a:prstGeom>
          <a:solidFill>
            <a:srgbClr val="2597B8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Tahoma" panose="020B0604030504040204" pitchFamily="34" charset="0"/>
            </a:endParaRPr>
          </a:p>
        </p:txBody>
      </p:sp>
      <p:sp>
        <p:nvSpPr>
          <p:cNvPr id="13322" name="Rectangle 11">
            <a:extLst>
              <a:ext uri="{FF2B5EF4-FFF2-40B4-BE49-F238E27FC236}">
                <a16:creationId xmlns="" xmlns:a16="http://schemas.microsoft.com/office/drawing/2014/main" id="{50599A21-B7DD-F60C-8797-BB30DB5126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72363" y="5311775"/>
            <a:ext cx="3008312" cy="1200150"/>
          </a:xfrm>
          <a:prstGeom prst="rect">
            <a:avLst/>
          </a:prstGeom>
          <a:solidFill>
            <a:srgbClr val="CCFFCC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92075" tIns="46038" rIns="92075" bIns="46038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IF rank = ‘professor’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OR years &gt; 6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THEN tenured = ‘yes’ </a:t>
            </a:r>
          </a:p>
        </p:txBody>
      </p:sp>
      <p:grpSp>
        <p:nvGrpSpPr>
          <p:cNvPr id="13323" name="Group 12">
            <a:extLst>
              <a:ext uri="{FF2B5EF4-FFF2-40B4-BE49-F238E27FC236}">
                <a16:creationId xmlns="" xmlns:a16="http://schemas.microsoft.com/office/drawing/2014/main" id="{0CAA281F-7EEA-59C2-D31F-EECFBC1EBE6F}"/>
              </a:ext>
            </a:extLst>
          </p:cNvPr>
          <p:cNvGrpSpPr>
            <a:grpSpLocks/>
          </p:cNvGrpSpPr>
          <p:nvPr/>
        </p:nvGrpSpPr>
        <p:grpSpPr bwMode="auto">
          <a:xfrm>
            <a:off x="8002589" y="3216275"/>
            <a:ext cx="1889125" cy="1506538"/>
            <a:chOff x="4081" y="2026"/>
            <a:chExt cx="1190" cy="949"/>
          </a:xfrm>
        </p:grpSpPr>
        <p:pic>
          <p:nvPicPr>
            <p:cNvPr id="13327" name="Picture 13">
              <a:extLst>
                <a:ext uri="{FF2B5EF4-FFF2-40B4-BE49-F238E27FC236}">
                  <a16:creationId xmlns="" xmlns:a16="http://schemas.microsoft.com/office/drawing/2014/main" id="{E92BE2B2-2042-8B70-E890-3B0CECD6D4A4}"/>
                </a:ext>
              </a:extLst>
            </p:cNvPr>
            <p:cNvPicPr>
              <a:picLocks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081" y="2026"/>
              <a:ext cx="1190" cy="9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3328" name="Rectangle 14">
              <a:extLst>
                <a:ext uri="{FF2B5EF4-FFF2-40B4-BE49-F238E27FC236}">
                  <a16:creationId xmlns="" xmlns:a16="http://schemas.microsoft.com/office/drawing/2014/main" id="{65D16E4C-515E-DDA2-088E-3B3A51FE00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41" y="2303"/>
              <a:ext cx="859" cy="5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 anchor="ctr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>
                  <a:latin typeface="Times New Roman" panose="02020603050405020304" pitchFamily="18" charset="0"/>
                </a:rPr>
                <a:t>Classifier</a:t>
              </a:r>
            </a:p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>
                  <a:latin typeface="Times New Roman" panose="02020603050405020304" pitchFamily="18" charset="0"/>
                </a:rPr>
                <a:t>(Model)</a:t>
              </a:r>
            </a:p>
          </p:txBody>
        </p:sp>
      </p:grpSp>
      <p:sp>
        <p:nvSpPr>
          <p:cNvPr id="13324" name="Line 15">
            <a:extLst>
              <a:ext uri="{FF2B5EF4-FFF2-40B4-BE49-F238E27FC236}">
                <a16:creationId xmlns="" xmlns:a16="http://schemas.microsoft.com/office/drawing/2014/main" id="{9145DEA2-AA17-5064-17EE-0EEED5696B4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470776" y="4621214"/>
            <a:ext cx="531813" cy="714375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3325" name="Line 16">
            <a:extLst>
              <a:ext uri="{FF2B5EF4-FFF2-40B4-BE49-F238E27FC236}">
                <a16:creationId xmlns="" xmlns:a16="http://schemas.microsoft.com/office/drawing/2014/main" id="{85F0DEB3-D16B-DA6A-5618-845E51977C75}"/>
              </a:ext>
            </a:extLst>
          </p:cNvPr>
          <p:cNvSpPr>
            <a:spLocks noChangeShapeType="1"/>
          </p:cNvSpPr>
          <p:nvPr/>
        </p:nvSpPr>
        <p:spPr bwMode="auto">
          <a:xfrm>
            <a:off x="9893300" y="4543426"/>
            <a:ext cx="577850" cy="790575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3326" name="AutoShape 17">
            <a:extLst>
              <a:ext uri="{FF2B5EF4-FFF2-40B4-BE49-F238E27FC236}">
                <a16:creationId xmlns="" xmlns:a16="http://schemas.microsoft.com/office/drawing/2014/main" id="{5961E5FE-A12F-BA19-CCE8-1C73E555E0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67750" y="2576514"/>
            <a:ext cx="546100" cy="592137"/>
          </a:xfrm>
          <a:prstGeom prst="downArrow">
            <a:avLst>
              <a:gd name="adj1" fmla="val 50000"/>
              <a:gd name="adj2" fmla="val 27118"/>
            </a:avLst>
          </a:prstGeom>
          <a:solidFill>
            <a:srgbClr val="2597B8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3" name="Rectangle 2">
            <a:extLst>
              <a:ext uri="{FF2B5EF4-FFF2-40B4-BE49-F238E27FC236}">
                <a16:creationId xmlns="" xmlns:a16="http://schemas.microsoft.com/office/drawing/2014/main" id="{9791627D-0540-6893-093A-4E6B2B2FC23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10258" y="546895"/>
            <a:ext cx="9144000" cy="762000"/>
          </a:xfrm>
          <a:noFill/>
        </p:spPr>
        <p:txBody>
          <a:bodyPr spcFirstLastPara="1" wrap="square" lIns="92075" tIns="46038" rIns="92075" bIns="46038" anchor="ctr" anchorCtr="0">
            <a:normAutofit/>
          </a:bodyPr>
          <a:lstStyle/>
          <a:p>
            <a:pPr algn="ctr" eaLnBrk="1" hangingPunct="1"/>
            <a:r>
              <a:rPr lang="en-US" altLang="en-US" sz="3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Process (2): Using the Model in Prediction </a:t>
            </a:r>
          </a:p>
        </p:txBody>
      </p:sp>
      <p:grpSp>
        <p:nvGrpSpPr>
          <p:cNvPr id="15364" name="Group 3">
            <a:extLst>
              <a:ext uri="{FF2B5EF4-FFF2-40B4-BE49-F238E27FC236}">
                <a16:creationId xmlns="" xmlns:a16="http://schemas.microsoft.com/office/drawing/2014/main" id="{60A19315-9049-AFAA-F1CB-272C69F2A081}"/>
              </a:ext>
            </a:extLst>
          </p:cNvPr>
          <p:cNvGrpSpPr>
            <a:grpSpLocks/>
          </p:cNvGrpSpPr>
          <p:nvPr/>
        </p:nvGrpSpPr>
        <p:grpSpPr bwMode="auto">
          <a:xfrm>
            <a:off x="5969001" y="1570039"/>
            <a:ext cx="1889125" cy="1506537"/>
            <a:chOff x="2800" y="989"/>
            <a:chExt cx="1190" cy="949"/>
          </a:xfrm>
        </p:grpSpPr>
        <p:pic>
          <p:nvPicPr>
            <p:cNvPr id="15382" name="Picture 4">
              <a:extLst>
                <a:ext uri="{FF2B5EF4-FFF2-40B4-BE49-F238E27FC236}">
                  <a16:creationId xmlns="" xmlns:a16="http://schemas.microsoft.com/office/drawing/2014/main" id="{EA8EA181-8A34-8F82-CD95-29FCAD2A4289}"/>
                </a:ext>
              </a:extLst>
            </p:cNvPr>
            <p:cNvPicPr>
              <a:picLocks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00" y="989"/>
              <a:ext cx="1190" cy="9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5383" name="Rectangle 5">
              <a:extLst>
                <a:ext uri="{FF2B5EF4-FFF2-40B4-BE49-F238E27FC236}">
                  <a16:creationId xmlns="" xmlns:a16="http://schemas.microsoft.com/office/drawing/2014/main" id="{C04E345D-6579-8FEE-2A7E-A26515AD43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60" y="1382"/>
              <a:ext cx="859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 anchor="ctr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>
                  <a:latin typeface="Times New Roman" panose="02020603050405020304" pitchFamily="18" charset="0"/>
                </a:rPr>
                <a:t>Classifier</a:t>
              </a:r>
            </a:p>
          </p:txBody>
        </p:sp>
      </p:grpSp>
      <p:grpSp>
        <p:nvGrpSpPr>
          <p:cNvPr id="15365" name="Group 6">
            <a:extLst>
              <a:ext uri="{FF2B5EF4-FFF2-40B4-BE49-F238E27FC236}">
                <a16:creationId xmlns="" xmlns:a16="http://schemas.microsoft.com/office/drawing/2014/main" id="{355839A2-F391-3891-6A5D-F22D3D1661F3}"/>
              </a:ext>
            </a:extLst>
          </p:cNvPr>
          <p:cNvGrpSpPr>
            <a:grpSpLocks/>
          </p:cNvGrpSpPr>
          <p:nvPr/>
        </p:nvGrpSpPr>
        <p:grpSpPr bwMode="auto">
          <a:xfrm>
            <a:off x="3681414" y="2735264"/>
            <a:ext cx="1698625" cy="1506537"/>
            <a:chOff x="1359" y="1723"/>
            <a:chExt cx="1070" cy="949"/>
          </a:xfrm>
        </p:grpSpPr>
        <p:pic>
          <p:nvPicPr>
            <p:cNvPr id="15380" name="Picture 7">
              <a:extLst>
                <a:ext uri="{FF2B5EF4-FFF2-40B4-BE49-F238E27FC236}">
                  <a16:creationId xmlns="" xmlns:a16="http://schemas.microsoft.com/office/drawing/2014/main" id="{3CC2E465-12AD-14C5-0A63-BC9FF44478B4}"/>
                </a:ext>
              </a:extLst>
            </p:cNvPr>
            <p:cNvPicPr>
              <a:picLocks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59" y="1723"/>
              <a:ext cx="1070" cy="9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5381" name="Rectangle 8">
              <a:extLst>
                <a:ext uri="{FF2B5EF4-FFF2-40B4-BE49-F238E27FC236}">
                  <a16:creationId xmlns="" xmlns:a16="http://schemas.microsoft.com/office/drawing/2014/main" id="{1FB66B44-59AD-32E5-37A8-3C251DD469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23" y="2000"/>
              <a:ext cx="934" cy="5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2075" tIns="46038" rIns="92075" bIns="46038" anchor="ctr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>
                  <a:latin typeface="Times New Roman" panose="02020603050405020304" pitchFamily="18" charset="0"/>
                </a:rPr>
                <a:t>Testing</a:t>
              </a:r>
            </a:p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>
                  <a:latin typeface="Times New Roman" panose="02020603050405020304" pitchFamily="18" charset="0"/>
                </a:rPr>
                <a:t>Data</a:t>
              </a:r>
            </a:p>
          </p:txBody>
        </p:sp>
      </p:grpSp>
      <p:graphicFrame>
        <p:nvGraphicFramePr>
          <p:cNvPr id="15366" name="Object 1024">
            <a:extLst>
              <a:ext uri="{FF2B5EF4-FFF2-40B4-BE49-F238E27FC236}">
                <a16:creationId xmlns="" xmlns:a16="http://schemas.microsoft.com/office/drawing/2014/main" id="{EAA753F4-F083-656B-19CE-55E5B450A599}"/>
              </a:ext>
            </a:extLst>
          </p:cNvPr>
          <p:cNvGraphicFramePr>
            <a:graphicFrameLocks/>
          </p:cNvGraphicFramePr>
          <p:nvPr/>
        </p:nvGraphicFramePr>
        <p:xfrm>
          <a:off x="1981201" y="4800600"/>
          <a:ext cx="5438775" cy="176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5" name="Worksheet" r:id="rId6" imgW="5438775" imgH="1765300" progId="Excel.Sheet.8">
                  <p:embed/>
                </p:oleObj>
              </mc:Choice>
              <mc:Fallback>
                <p:oleObj name="Worksheet" r:id="rId6" imgW="5438775" imgH="1765300" progId="Excel.Sheet.8">
                  <p:embed/>
                  <p:pic>
                    <p:nvPicPr>
                      <p:cNvPr id="15366" name="Object 1024">
                        <a:extLst>
                          <a:ext uri="{FF2B5EF4-FFF2-40B4-BE49-F238E27FC236}">
                            <a16:creationId xmlns="" xmlns:a16="http://schemas.microsoft.com/office/drawing/2014/main" id="{EAA753F4-F083-656B-19CE-55E5B450A599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1201" y="4800600"/>
                        <a:ext cx="5438775" cy="1765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>
                                  <a:alpha val="74997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367" name="Line 10">
            <a:extLst>
              <a:ext uri="{FF2B5EF4-FFF2-40B4-BE49-F238E27FC236}">
                <a16:creationId xmlns="" xmlns:a16="http://schemas.microsoft.com/office/drawing/2014/main" id="{4774A0AD-F4AE-9FCE-0613-666902099F6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951038" y="4071939"/>
            <a:ext cx="1644650" cy="700087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5368" name="Line 11">
            <a:extLst>
              <a:ext uri="{FF2B5EF4-FFF2-40B4-BE49-F238E27FC236}">
                <a16:creationId xmlns="" xmlns:a16="http://schemas.microsoft.com/office/drawing/2014/main" id="{CAA6B4E3-0134-3D38-0DED-2098A026B926}"/>
              </a:ext>
            </a:extLst>
          </p:cNvPr>
          <p:cNvSpPr>
            <a:spLocks noChangeShapeType="1"/>
          </p:cNvSpPr>
          <p:nvPr/>
        </p:nvSpPr>
        <p:spPr bwMode="auto">
          <a:xfrm>
            <a:off x="5381625" y="4071939"/>
            <a:ext cx="2025650" cy="700087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5369" name="AutoShape 12">
            <a:extLst>
              <a:ext uri="{FF2B5EF4-FFF2-40B4-BE49-F238E27FC236}">
                <a16:creationId xmlns="" xmlns:a16="http://schemas.microsoft.com/office/drawing/2014/main" id="{0E59CEE5-2FF7-1563-9BB7-1103E36C54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17038" y="5000625"/>
            <a:ext cx="546100" cy="592138"/>
          </a:xfrm>
          <a:prstGeom prst="downArrow">
            <a:avLst>
              <a:gd name="adj1" fmla="val 50000"/>
              <a:gd name="adj2" fmla="val 27118"/>
            </a:avLst>
          </a:prstGeom>
          <a:solidFill>
            <a:srgbClr val="2597B8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Tahoma" panose="020B0604030504040204" pitchFamily="34" charset="0"/>
            </a:endParaRPr>
          </a:p>
        </p:txBody>
      </p:sp>
      <p:sp>
        <p:nvSpPr>
          <p:cNvPr id="15370" name="Freeform 13">
            <a:extLst>
              <a:ext uri="{FF2B5EF4-FFF2-40B4-BE49-F238E27FC236}">
                <a16:creationId xmlns="" xmlns:a16="http://schemas.microsoft.com/office/drawing/2014/main" id="{A7D8FB4D-5801-EF37-A01D-44615E51E1D3}"/>
              </a:ext>
            </a:extLst>
          </p:cNvPr>
          <p:cNvSpPr>
            <a:spLocks/>
          </p:cNvSpPr>
          <p:nvPr/>
        </p:nvSpPr>
        <p:spPr bwMode="auto">
          <a:xfrm>
            <a:off x="8047039" y="2173288"/>
            <a:ext cx="941387" cy="766762"/>
          </a:xfrm>
          <a:custGeom>
            <a:avLst/>
            <a:gdLst>
              <a:gd name="T0" fmla="*/ 0 w 593"/>
              <a:gd name="T1" fmla="*/ 2147483646 h 483"/>
              <a:gd name="T2" fmla="*/ 2147483646 w 593"/>
              <a:gd name="T3" fmla="*/ 0 h 483"/>
              <a:gd name="T4" fmla="*/ 2147483646 w 593"/>
              <a:gd name="T5" fmla="*/ 2147483646 h 483"/>
              <a:gd name="T6" fmla="*/ 2147483646 w 593"/>
              <a:gd name="T7" fmla="*/ 2147483646 h 483"/>
              <a:gd name="T8" fmla="*/ 2147483646 w 593"/>
              <a:gd name="T9" fmla="*/ 2147483646 h 483"/>
              <a:gd name="T10" fmla="*/ 2147483646 w 593"/>
              <a:gd name="T11" fmla="*/ 2147483646 h 483"/>
              <a:gd name="T12" fmla="*/ 2147483646 w 593"/>
              <a:gd name="T13" fmla="*/ 2147483646 h 483"/>
              <a:gd name="T14" fmla="*/ 2147483646 w 593"/>
              <a:gd name="T15" fmla="*/ 2147483646 h 483"/>
              <a:gd name="T16" fmla="*/ 2147483646 w 593"/>
              <a:gd name="T17" fmla="*/ 2147483646 h 483"/>
              <a:gd name="T18" fmla="*/ 2147483646 w 593"/>
              <a:gd name="T19" fmla="*/ 2147483646 h 483"/>
              <a:gd name="T20" fmla="*/ 0 w 593"/>
              <a:gd name="T21" fmla="*/ 2147483646 h 483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w 593"/>
              <a:gd name="T34" fmla="*/ 0 h 483"/>
              <a:gd name="T35" fmla="*/ 593 w 593"/>
              <a:gd name="T36" fmla="*/ 483 h 483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T33" t="T34" r="T35" b="T36"/>
            <a:pathLst>
              <a:path w="593" h="483">
                <a:moveTo>
                  <a:pt x="0" y="34"/>
                </a:moveTo>
                <a:lnTo>
                  <a:pt x="200" y="0"/>
                </a:lnTo>
                <a:lnTo>
                  <a:pt x="159" y="58"/>
                </a:lnTo>
                <a:lnTo>
                  <a:pt x="515" y="306"/>
                </a:lnTo>
                <a:lnTo>
                  <a:pt x="555" y="248"/>
                </a:lnTo>
                <a:lnTo>
                  <a:pt x="592" y="448"/>
                </a:lnTo>
                <a:lnTo>
                  <a:pt x="392" y="482"/>
                </a:lnTo>
                <a:lnTo>
                  <a:pt x="433" y="424"/>
                </a:lnTo>
                <a:lnTo>
                  <a:pt x="77" y="176"/>
                </a:lnTo>
                <a:lnTo>
                  <a:pt x="37" y="234"/>
                </a:lnTo>
                <a:lnTo>
                  <a:pt x="0" y="34"/>
                </a:lnTo>
              </a:path>
            </a:pathLst>
          </a:custGeom>
          <a:solidFill>
            <a:srgbClr val="2597B8"/>
          </a:solidFill>
          <a:ln w="12700" cap="rnd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grpSp>
        <p:nvGrpSpPr>
          <p:cNvPr id="15371" name="Group 14">
            <a:extLst>
              <a:ext uri="{FF2B5EF4-FFF2-40B4-BE49-F238E27FC236}">
                <a16:creationId xmlns="" xmlns:a16="http://schemas.microsoft.com/office/drawing/2014/main" id="{7CEC6E33-9395-45D7-40AB-E85661CDFB0B}"/>
              </a:ext>
            </a:extLst>
          </p:cNvPr>
          <p:cNvGrpSpPr>
            <a:grpSpLocks/>
          </p:cNvGrpSpPr>
          <p:nvPr/>
        </p:nvGrpSpPr>
        <p:grpSpPr bwMode="auto">
          <a:xfrm>
            <a:off x="8170864" y="3187701"/>
            <a:ext cx="1781175" cy="815975"/>
            <a:chOff x="4187" y="2008"/>
            <a:chExt cx="1122" cy="514"/>
          </a:xfrm>
        </p:grpSpPr>
        <p:pic>
          <p:nvPicPr>
            <p:cNvPr id="15378" name="Picture 15">
              <a:extLst>
                <a:ext uri="{FF2B5EF4-FFF2-40B4-BE49-F238E27FC236}">
                  <a16:creationId xmlns="" xmlns:a16="http://schemas.microsoft.com/office/drawing/2014/main" id="{2061687F-1AEB-0C24-078B-E8E84776463E}"/>
                </a:ext>
              </a:extLst>
            </p:cNvPr>
            <p:cNvPicPr>
              <a:picLocks noChangeArrowheads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187" y="2008"/>
              <a:ext cx="1122" cy="5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5379" name="Rectangle 16">
              <a:extLst>
                <a:ext uri="{FF2B5EF4-FFF2-40B4-BE49-F238E27FC236}">
                  <a16:creationId xmlns="" xmlns:a16="http://schemas.microsoft.com/office/drawing/2014/main" id="{AD16761C-16CE-0736-ABBB-245BA235A7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88" y="2149"/>
              <a:ext cx="1113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 anchor="ctr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>
                  <a:latin typeface="Times New Roman" panose="02020603050405020304" pitchFamily="18" charset="0"/>
                </a:rPr>
                <a:t>Unseen Data</a:t>
              </a:r>
            </a:p>
          </p:txBody>
        </p:sp>
      </p:grpSp>
      <p:sp>
        <p:nvSpPr>
          <p:cNvPr id="15372" name="Rectangle 17">
            <a:extLst>
              <a:ext uri="{FF2B5EF4-FFF2-40B4-BE49-F238E27FC236}">
                <a16:creationId xmlns="" xmlns:a16="http://schemas.microsoft.com/office/drawing/2014/main" id="{F12E1142-3A01-F903-4CE2-9448EEBE02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17567" y="4262439"/>
            <a:ext cx="2478243" cy="462307"/>
          </a:xfrm>
          <a:prstGeom prst="rect">
            <a:avLst/>
          </a:prstGeom>
          <a:solidFill>
            <a:srgbClr val="FFCC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(Jeff, Professor, 4)</a:t>
            </a:r>
          </a:p>
        </p:txBody>
      </p:sp>
      <p:sp>
        <p:nvSpPr>
          <p:cNvPr id="15373" name="Line 18">
            <a:extLst>
              <a:ext uri="{FF2B5EF4-FFF2-40B4-BE49-F238E27FC236}">
                <a16:creationId xmlns="" xmlns:a16="http://schemas.microsoft.com/office/drawing/2014/main" id="{B03B7C45-A357-0C0C-8AF2-477C5F110FC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691439" y="3903663"/>
            <a:ext cx="471487" cy="39370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5374" name="Line 19">
            <a:extLst>
              <a:ext uri="{FF2B5EF4-FFF2-40B4-BE49-F238E27FC236}">
                <a16:creationId xmlns="" xmlns:a16="http://schemas.microsoft.com/office/drawing/2014/main" id="{39B30DD5-7E90-7106-5F97-A9BD549771D8}"/>
              </a:ext>
            </a:extLst>
          </p:cNvPr>
          <p:cNvSpPr>
            <a:spLocks noChangeShapeType="1"/>
          </p:cNvSpPr>
          <p:nvPr/>
        </p:nvSpPr>
        <p:spPr bwMode="auto">
          <a:xfrm>
            <a:off x="9972675" y="3903663"/>
            <a:ext cx="363538" cy="34925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5375" name="Freeform 20">
            <a:extLst>
              <a:ext uri="{FF2B5EF4-FFF2-40B4-BE49-F238E27FC236}">
                <a16:creationId xmlns="" xmlns:a16="http://schemas.microsoft.com/office/drawing/2014/main" id="{AAB4FFAF-6E8B-7071-2847-C0C0D00CF780}"/>
              </a:ext>
            </a:extLst>
          </p:cNvPr>
          <p:cNvSpPr>
            <a:spLocks/>
          </p:cNvSpPr>
          <p:nvPr/>
        </p:nvSpPr>
        <p:spPr bwMode="auto">
          <a:xfrm>
            <a:off x="4884738" y="2032001"/>
            <a:ext cx="901700" cy="593725"/>
          </a:xfrm>
          <a:custGeom>
            <a:avLst/>
            <a:gdLst>
              <a:gd name="T0" fmla="*/ 2147483646 w 568"/>
              <a:gd name="T1" fmla="*/ 2147483646 h 374"/>
              <a:gd name="T2" fmla="*/ 2147483646 w 568"/>
              <a:gd name="T3" fmla="*/ 2147483646 h 374"/>
              <a:gd name="T4" fmla="*/ 2147483646 w 568"/>
              <a:gd name="T5" fmla="*/ 2147483646 h 374"/>
              <a:gd name="T6" fmla="*/ 2147483646 w 568"/>
              <a:gd name="T7" fmla="*/ 2147483646 h 374"/>
              <a:gd name="T8" fmla="*/ 2147483646 w 568"/>
              <a:gd name="T9" fmla="*/ 2147483646 h 374"/>
              <a:gd name="T10" fmla="*/ 0 w 568"/>
              <a:gd name="T11" fmla="*/ 2147483646 h 374"/>
              <a:gd name="T12" fmla="*/ 2147483646 w 568"/>
              <a:gd name="T13" fmla="*/ 2147483646 h 374"/>
              <a:gd name="T14" fmla="*/ 2147483646 w 568"/>
              <a:gd name="T15" fmla="*/ 2147483646 h 374"/>
              <a:gd name="T16" fmla="*/ 2147483646 w 568"/>
              <a:gd name="T17" fmla="*/ 2147483646 h 374"/>
              <a:gd name="T18" fmla="*/ 2147483646 w 568"/>
              <a:gd name="T19" fmla="*/ 0 h 374"/>
              <a:gd name="T20" fmla="*/ 2147483646 w 568"/>
              <a:gd name="T21" fmla="*/ 2147483646 h 374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w 568"/>
              <a:gd name="T34" fmla="*/ 0 h 374"/>
              <a:gd name="T35" fmla="*/ 568 w 568"/>
              <a:gd name="T36" fmla="*/ 374 h 374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T33" t="T34" r="T35" b="T36"/>
            <a:pathLst>
              <a:path w="568" h="374">
                <a:moveTo>
                  <a:pt x="567" y="59"/>
                </a:moveTo>
                <a:lnTo>
                  <a:pt x="503" y="220"/>
                </a:lnTo>
                <a:lnTo>
                  <a:pt x="478" y="165"/>
                </a:lnTo>
                <a:lnTo>
                  <a:pt x="138" y="318"/>
                </a:lnTo>
                <a:lnTo>
                  <a:pt x="163" y="373"/>
                </a:lnTo>
                <a:lnTo>
                  <a:pt x="0" y="314"/>
                </a:lnTo>
                <a:lnTo>
                  <a:pt x="64" y="153"/>
                </a:lnTo>
                <a:lnTo>
                  <a:pt x="89" y="208"/>
                </a:lnTo>
                <a:lnTo>
                  <a:pt x="429" y="55"/>
                </a:lnTo>
                <a:lnTo>
                  <a:pt x="404" y="0"/>
                </a:lnTo>
                <a:lnTo>
                  <a:pt x="567" y="59"/>
                </a:lnTo>
              </a:path>
            </a:pathLst>
          </a:custGeom>
          <a:solidFill>
            <a:srgbClr val="2597B8"/>
          </a:solidFill>
          <a:ln w="12700" cap="rnd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pic>
        <p:nvPicPr>
          <p:cNvPr id="15376" name="Picture 21">
            <a:extLst>
              <a:ext uri="{FF2B5EF4-FFF2-40B4-BE49-F238E27FC236}">
                <a16:creationId xmlns="" xmlns:a16="http://schemas.microsoft.com/office/drawing/2014/main" id="{B9283C1A-3AC6-8D04-0DC9-0D291E593B08}"/>
              </a:ext>
            </a:extLst>
          </p:cNvPr>
          <p:cNvPicPr>
            <a:picLocks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44014" y="5738813"/>
            <a:ext cx="720725" cy="628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377" name="Rectangle 22">
            <a:extLst>
              <a:ext uri="{FF2B5EF4-FFF2-40B4-BE49-F238E27FC236}">
                <a16:creationId xmlns="" xmlns:a16="http://schemas.microsoft.com/office/drawing/2014/main" id="{7665E7B0-A740-7D92-375F-FF291F9341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37964" y="4959350"/>
            <a:ext cx="1540486" cy="523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>
                <a:latin typeface="Times New Roman" panose="02020603050405020304" pitchFamily="18" charset="0"/>
              </a:rPr>
              <a:t>Tenured?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29"/>
          <p:cNvSpPr txBox="1">
            <a:spLocks noGrp="1"/>
          </p:cNvSpPr>
          <p:nvPr>
            <p:ph type="title"/>
          </p:nvPr>
        </p:nvSpPr>
        <p:spPr>
          <a:xfrm>
            <a:off x="1657546" y="428134"/>
            <a:ext cx="7564438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3600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What is Classification?</a:t>
            </a:r>
            <a:endParaRPr dirty="0"/>
          </a:p>
        </p:txBody>
      </p:sp>
      <p:sp>
        <p:nvSpPr>
          <p:cNvPr id="258" name="Google Shape;258;p29"/>
          <p:cNvSpPr txBox="1">
            <a:spLocks noGrp="1"/>
          </p:cNvSpPr>
          <p:nvPr>
            <p:ph type="body" idx="1"/>
          </p:nvPr>
        </p:nvSpPr>
        <p:spPr>
          <a:xfrm>
            <a:off x="584462" y="1524000"/>
            <a:ext cx="11274458" cy="502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42900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Challenges</a:t>
            </a:r>
            <a:endParaRPr/>
          </a:p>
          <a:p>
            <a:pPr marL="914400" lvl="1" indent="-34290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Multiple scans of transaction database</a:t>
            </a:r>
            <a:endParaRPr/>
          </a:p>
          <a:p>
            <a:pPr marL="914400" lvl="1" indent="-34290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Huge number of candidates</a:t>
            </a:r>
            <a:endParaRPr/>
          </a:p>
          <a:p>
            <a:pPr marL="914400" lvl="1" indent="-34290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Tedious workload of support counting for candidates</a:t>
            </a:r>
            <a:endParaRPr/>
          </a:p>
          <a:p>
            <a:pPr marL="457200" lvl="0" indent="-342900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 sz="2400"/>
              <a:t>Improving Apriori: general ideas</a:t>
            </a:r>
            <a:endParaRPr/>
          </a:p>
          <a:p>
            <a:pPr marL="914400" lvl="1" indent="-34290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Reduce passes of transaction database scans</a:t>
            </a:r>
            <a:endParaRPr/>
          </a:p>
          <a:p>
            <a:pPr marL="914400" lvl="1" indent="-34290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Shrink number of candidates</a:t>
            </a:r>
            <a:endParaRPr/>
          </a:p>
          <a:p>
            <a:pPr marL="914400" lvl="1" indent="-34290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Facilitate support counting of candidates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6207619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5" name="Rectangle 2">
            <a:extLst>
              <a:ext uri="{FF2B5EF4-FFF2-40B4-BE49-F238E27FC236}">
                <a16:creationId xmlns="" xmlns:a16="http://schemas.microsoft.com/office/drawing/2014/main" id="{C222809E-78ED-9798-1D4F-B4D65F78285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133600" y="228600"/>
            <a:ext cx="7696200" cy="685800"/>
          </a:xfrm>
          <a:noFill/>
        </p:spPr>
        <p:txBody>
          <a:bodyPr spcFirstLastPara="1" wrap="square" lIns="92075" tIns="46038" rIns="92075" bIns="46038" anchor="ctr" anchorCtr="0">
            <a:normAutofit/>
          </a:bodyPr>
          <a:lstStyle/>
          <a:p>
            <a:pPr algn="ctr" eaLnBrk="1" hangingPunct="1"/>
            <a:r>
              <a:rPr lang="en-US" altLang="en-US" sz="3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Bayesian Classification: Why?</a:t>
            </a:r>
            <a:endParaRPr lang="en-US" altLang="en-US" sz="20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796" name="Rectangle 3">
            <a:extLst>
              <a:ext uri="{FF2B5EF4-FFF2-40B4-BE49-F238E27FC236}">
                <a16:creationId xmlns="" xmlns:a16="http://schemas.microsoft.com/office/drawing/2014/main" id="{4108F0AC-0846-C6EF-2E61-51A90783A72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8157" y="1219200"/>
            <a:ext cx="10887958" cy="5257800"/>
          </a:xfrm>
          <a:noFill/>
        </p:spPr>
        <p:txBody>
          <a:bodyPr spcFirstLastPara="1" wrap="square" lIns="92075" tIns="46038" rIns="92075" bIns="46038" anchor="t" anchorCtr="0">
            <a:normAutofit/>
          </a:bodyPr>
          <a:lstStyle/>
          <a:p>
            <a:pPr eaLnBrk="1" hangingPunct="1">
              <a:lnSpc>
                <a:spcPct val="110000"/>
              </a:lnSpc>
            </a:pPr>
            <a:r>
              <a:rPr lang="en-US" altLang="en-US" sz="2400" u="sng" dirty="0"/>
              <a:t>A statistical classifier</a:t>
            </a:r>
            <a:r>
              <a:rPr lang="en-US" altLang="en-US" sz="2400" dirty="0"/>
              <a:t>: performs </a:t>
            </a:r>
            <a:r>
              <a:rPr lang="en-US" altLang="en-US" sz="2400" i="1" dirty="0"/>
              <a:t>probabilistic prediction, i.e.,</a:t>
            </a:r>
            <a:r>
              <a:rPr lang="en-US" altLang="en-US" sz="2400" dirty="0"/>
              <a:t> predicts class membership probabilities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en-US" sz="2400" u="sng" dirty="0"/>
              <a:t>Foundation:</a:t>
            </a:r>
            <a:r>
              <a:rPr lang="en-US" altLang="en-US" sz="2400" dirty="0"/>
              <a:t> Based on Bayes’ Theorem. 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en-US" sz="2400" u="sng" dirty="0"/>
              <a:t>Performance:</a:t>
            </a:r>
            <a:r>
              <a:rPr lang="en-US" altLang="en-US" sz="2400" dirty="0"/>
              <a:t> A simple Bayesian classifier, </a:t>
            </a:r>
            <a:r>
              <a:rPr lang="en-US" altLang="en-US" sz="2400" i="1" dirty="0"/>
              <a:t>naïve Bayesian classifier</a:t>
            </a:r>
            <a:r>
              <a:rPr lang="en-US" altLang="en-US" sz="2400" dirty="0"/>
              <a:t>, has comparable performance with decision tree and selected neural network classifiers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en-US" sz="2400" u="sng" dirty="0"/>
              <a:t>Incremental</a:t>
            </a:r>
            <a:r>
              <a:rPr lang="en-US" altLang="en-US" sz="2400" dirty="0"/>
              <a:t>: Each training example can incrementally increase/decrease the probability that a hypothesis is correct — prior knowledge can be combined with observed data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en-US" sz="2400" u="sng" dirty="0"/>
              <a:t>Standard</a:t>
            </a:r>
            <a:r>
              <a:rPr lang="en-US" altLang="en-US" sz="2400" dirty="0"/>
              <a:t>: Even when Bayesian methods are computationally intractable, they can provide a standard of optimal decision making against which other methods can be measured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3" name="Rectangle 2">
            <a:extLst>
              <a:ext uri="{FF2B5EF4-FFF2-40B4-BE49-F238E27FC236}">
                <a16:creationId xmlns="" xmlns:a16="http://schemas.microsoft.com/office/drawing/2014/main" id="{3F2A2092-39CD-3CB4-F4FB-5613631513E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133600" y="152400"/>
            <a:ext cx="7848600" cy="762000"/>
          </a:xfrm>
        </p:spPr>
        <p:txBody>
          <a:bodyPr>
            <a:normAutofit/>
          </a:bodyPr>
          <a:lstStyle/>
          <a:p>
            <a:pPr algn="ctr" eaLnBrk="1" hangingPunct="1"/>
            <a:r>
              <a:rPr lang="en-US" altLang="en-US" sz="3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Bayes’ Theorem: Basics</a:t>
            </a:r>
          </a:p>
        </p:txBody>
      </p:sp>
      <p:sp>
        <p:nvSpPr>
          <p:cNvPr id="35844" name="Rectangle 3">
            <a:extLst>
              <a:ext uri="{FF2B5EF4-FFF2-40B4-BE49-F238E27FC236}">
                <a16:creationId xmlns="" xmlns:a16="http://schemas.microsoft.com/office/drawing/2014/main" id="{3AEADA47-58EF-EAF3-71F5-B716DC6ADD7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27901" y="1219200"/>
            <a:ext cx="11274458" cy="5410200"/>
          </a:xfrm>
        </p:spPr>
        <p:txBody>
          <a:bodyPr/>
          <a:lstStyle/>
          <a:p>
            <a:pPr eaLnBrk="1" hangingPunct="1"/>
            <a:r>
              <a:rPr lang="en-US" altLang="en-US" sz="2000" dirty="0"/>
              <a:t>Total probability Theorem:</a:t>
            </a:r>
          </a:p>
          <a:p>
            <a:pPr eaLnBrk="1" hangingPunct="1"/>
            <a:endParaRPr lang="en-US" altLang="en-US" sz="2000" dirty="0"/>
          </a:p>
          <a:p>
            <a:pPr eaLnBrk="1" hangingPunct="1"/>
            <a:r>
              <a:rPr lang="en-US" altLang="en-US" sz="2000" dirty="0"/>
              <a:t>Bayes’ Theorem:</a:t>
            </a:r>
          </a:p>
          <a:p>
            <a:pPr eaLnBrk="1" hangingPunct="1"/>
            <a:endParaRPr lang="en-US" altLang="en-US" sz="2000" dirty="0"/>
          </a:p>
          <a:p>
            <a:pPr lvl="1" eaLnBrk="1" hangingPunct="1"/>
            <a:r>
              <a:rPr lang="en-US" altLang="en-US" sz="2000" dirty="0"/>
              <a:t>Let </a:t>
            </a:r>
            <a:r>
              <a:rPr lang="en-US" altLang="en-US" sz="2000" b="1" dirty="0"/>
              <a:t>X</a:t>
            </a:r>
            <a:r>
              <a:rPr lang="en-US" altLang="en-US" sz="2000" dirty="0"/>
              <a:t> be a data sample (“</a:t>
            </a:r>
            <a:r>
              <a:rPr lang="en-US" altLang="ja-JP" sz="2000" i="1" dirty="0"/>
              <a:t>evidence</a:t>
            </a:r>
            <a:r>
              <a:rPr lang="en-US" altLang="en-US" sz="2000" dirty="0"/>
              <a:t>”</a:t>
            </a:r>
            <a:r>
              <a:rPr lang="en-US" altLang="ja-JP" sz="2000" dirty="0"/>
              <a:t>): class label is unknown</a:t>
            </a:r>
          </a:p>
          <a:p>
            <a:pPr lvl="1" eaLnBrk="1" hangingPunct="1"/>
            <a:r>
              <a:rPr lang="en-US" altLang="en-US" sz="2000" dirty="0"/>
              <a:t>Let H be a </a:t>
            </a:r>
            <a:r>
              <a:rPr lang="en-US" altLang="en-US" sz="2000" i="1" dirty="0"/>
              <a:t>hypothesis</a:t>
            </a:r>
            <a:r>
              <a:rPr lang="en-US" altLang="en-US" sz="2000" dirty="0"/>
              <a:t> that X belongs to class C </a:t>
            </a:r>
          </a:p>
          <a:p>
            <a:pPr lvl="1" eaLnBrk="1" hangingPunct="1"/>
            <a:r>
              <a:rPr lang="en-US" altLang="en-US" sz="2000" dirty="0"/>
              <a:t>Classification is to determine P(H|</a:t>
            </a:r>
            <a:r>
              <a:rPr lang="en-US" altLang="en-US" sz="2000" b="1" dirty="0"/>
              <a:t>X</a:t>
            </a:r>
            <a:r>
              <a:rPr lang="en-US" altLang="en-US" sz="2000" dirty="0"/>
              <a:t>), (i.e., </a:t>
            </a:r>
            <a:r>
              <a:rPr lang="en-US" altLang="en-US" sz="2000" i="1" dirty="0"/>
              <a:t>posteriori probability): </a:t>
            </a:r>
            <a:r>
              <a:rPr lang="en-US" altLang="en-US" sz="2000" dirty="0"/>
              <a:t> the probability that the hypothesis holds given the observed data sample </a:t>
            </a:r>
            <a:r>
              <a:rPr lang="en-US" altLang="en-US" sz="2000" b="1" dirty="0"/>
              <a:t>X</a:t>
            </a:r>
          </a:p>
          <a:p>
            <a:pPr lvl="1" eaLnBrk="1" hangingPunct="1"/>
            <a:r>
              <a:rPr lang="en-US" altLang="en-US" sz="2000" dirty="0"/>
              <a:t>P(H) (</a:t>
            </a:r>
            <a:r>
              <a:rPr lang="en-US" altLang="en-US" sz="2000" i="1" dirty="0"/>
              <a:t>prior probability</a:t>
            </a:r>
            <a:r>
              <a:rPr lang="en-US" altLang="en-US" sz="2000" dirty="0"/>
              <a:t>): the initial probability</a:t>
            </a:r>
          </a:p>
          <a:p>
            <a:pPr lvl="2" eaLnBrk="1" hangingPunct="1"/>
            <a:r>
              <a:rPr lang="en-US" altLang="en-US" dirty="0"/>
              <a:t>E.g.,</a:t>
            </a:r>
            <a:r>
              <a:rPr lang="en-US" altLang="en-US" b="1" dirty="0"/>
              <a:t> X</a:t>
            </a:r>
            <a:r>
              <a:rPr lang="en-US" altLang="en-US" dirty="0"/>
              <a:t> will buy computer, regardless of age, income, …</a:t>
            </a:r>
          </a:p>
          <a:p>
            <a:pPr lvl="1" eaLnBrk="1" hangingPunct="1"/>
            <a:r>
              <a:rPr lang="en-US" altLang="en-US" sz="2000" dirty="0"/>
              <a:t>P(</a:t>
            </a:r>
            <a:r>
              <a:rPr lang="en-US" altLang="en-US" sz="2000" b="1" dirty="0"/>
              <a:t>X</a:t>
            </a:r>
            <a:r>
              <a:rPr lang="en-US" altLang="en-US" sz="2000" dirty="0"/>
              <a:t>): probability that sample data is observed</a:t>
            </a:r>
          </a:p>
          <a:p>
            <a:pPr lvl="1" eaLnBrk="1" hangingPunct="1"/>
            <a:r>
              <a:rPr lang="en-US" altLang="en-US" sz="2000" dirty="0"/>
              <a:t>P(</a:t>
            </a:r>
            <a:r>
              <a:rPr lang="en-US" altLang="en-US" sz="2000" b="1" dirty="0"/>
              <a:t>X</a:t>
            </a:r>
            <a:r>
              <a:rPr lang="en-US" altLang="en-US" sz="2000" dirty="0"/>
              <a:t>|H) (likelihood): the probability of observing the sample </a:t>
            </a:r>
            <a:r>
              <a:rPr lang="en-US" altLang="en-US" sz="2000" b="1" dirty="0"/>
              <a:t>X</a:t>
            </a:r>
            <a:r>
              <a:rPr lang="en-US" altLang="en-US" sz="2000" dirty="0"/>
              <a:t>, given that the hypothesis holds</a:t>
            </a:r>
          </a:p>
          <a:p>
            <a:pPr lvl="2" eaLnBrk="1" hangingPunct="1"/>
            <a:r>
              <a:rPr lang="en-US" altLang="en-US" dirty="0"/>
              <a:t>E.g.,</a:t>
            </a:r>
            <a:r>
              <a:rPr lang="en-US" altLang="en-US" b="1" dirty="0"/>
              <a:t> </a:t>
            </a:r>
            <a:r>
              <a:rPr lang="en-US" altLang="en-US" dirty="0"/>
              <a:t>Given that</a:t>
            </a:r>
            <a:r>
              <a:rPr lang="en-US" altLang="en-US" b="1" dirty="0"/>
              <a:t> X</a:t>
            </a:r>
            <a:r>
              <a:rPr lang="en-US" altLang="en-US" dirty="0"/>
              <a:t> will buy computer, the prob. that X is 31..40, medium income</a:t>
            </a:r>
          </a:p>
        </p:txBody>
      </p:sp>
      <p:graphicFrame>
        <p:nvGraphicFramePr>
          <p:cNvPr id="35845" name="Object 1">
            <a:extLst>
              <a:ext uri="{FF2B5EF4-FFF2-40B4-BE49-F238E27FC236}">
                <a16:creationId xmlns="" xmlns:a16="http://schemas.microsoft.com/office/drawing/2014/main" id="{BE29C13A-5B03-A59F-D9D0-C3466CD5336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999780" y="1196256"/>
          <a:ext cx="2165350" cy="600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0" name="Equation" r:id="rId4" imgW="2476500" imgH="685800" progId="Equation.3">
                  <p:embed/>
                </p:oleObj>
              </mc:Choice>
              <mc:Fallback>
                <p:oleObj name="Equation" r:id="rId4" imgW="2476500" imgH="685800" progId="Equation.3">
                  <p:embed/>
                  <p:pic>
                    <p:nvPicPr>
                      <p:cNvPr id="35845" name="Object 1">
                        <a:extLst>
                          <a:ext uri="{FF2B5EF4-FFF2-40B4-BE49-F238E27FC236}">
                            <a16:creationId xmlns="" xmlns:a16="http://schemas.microsoft.com/office/drawing/2014/main" id="{BE29C13A-5B03-A59F-D9D0-C3466CD5336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99780" y="1196256"/>
                        <a:ext cx="2165350" cy="600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846" name="Object 1">
            <a:extLst>
              <a:ext uri="{FF2B5EF4-FFF2-40B4-BE49-F238E27FC236}">
                <a16:creationId xmlns="" xmlns:a16="http://schemas.microsoft.com/office/drawing/2014/main" id="{F7375EBE-84D4-FFD5-C1B6-57E00A911B4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61822" y="2078187"/>
          <a:ext cx="6080125" cy="615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1" name="Equation" r:id="rId6" imgW="4813300" imgH="558800" progId="Equation.3">
                  <p:embed/>
                </p:oleObj>
              </mc:Choice>
              <mc:Fallback>
                <p:oleObj name="Equation" r:id="rId6" imgW="4813300" imgH="558800" progId="Equation.3">
                  <p:embed/>
                  <p:pic>
                    <p:nvPicPr>
                      <p:cNvPr id="35846" name="Object 1">
                        <a:extLst>
                          <a:ext uri="{FF2B5EF4-FFF2-40B4-BE49-F238E27FC236}">
                            <a16:creationId xmlns="" xmlns:a16="http://schemas.microsoft.com/office/drawing/2014/main" id="{F7375EBE-84D4-FFD5-C1B6-57E00A911B4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61822" y="2078187"/>
                        <a:ext cx="6080125" cy="615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1" name="Rectangle 2">
            <a:extLst>
              <a:ext uri="{FF2B5EF4-FFF2-40B4-BE49-F238E27FC236}">
                <a16:creationId xmlns="" xmlns:a16="http://schemas.microsoft.com/office/drawing/2014/main" id="{0867B655-7CD3-2778-0E19-0CCE6426597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24000" y="304800"/>
            <a:ext cx="9144000" cy="609600"/>
          </a:xfrm>
        </p:spPr>
        <p:txBody>
          <a:bodyPr>
            <a:noAutofit/>
          </a:bodyPr>
          <a:lstStyle/>
          <a:p>
            <a:pPr algn="ctr" eaLnBrk="1" hangingPunct="1"/>
            <a:r>
              <a:rPr lang="en-US" altLang="en-US" sz="3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Prediction Based on Bayes’ Theorem</a:t>
            </a:r>
          </a:p>
        </p:txBody>
      </p:sp>
      <p:sp>
        <p:nvSpPr>
          <p:cNvPr id="37892" name="Rectangle 3">
            <a:extLst>
              <a:ext uri="{FF2B5EF4-FFF2-40B4-BE49-F238E27FC236}">
                <a16:creationId xmlns="" xmlns:a16="http://schemas.microsoft.com/office/drawing/2014/main" id="{4942E3B6-C72E-B5A7-0641-4001347D2FD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56181" y="1295400"/>
            <a:ext cx="11180190" cy="5029200"/>
          </a:xfrm>
        </p:spPr>
        <p:txBody>
          <a:bodyPr>
            <a:normAutofit lnSpcReduction="10000"/>
          </a:bodyPr>
          <a:lstStyle/>
          <a:p>
            <a:pPr eaLnBrk="1" hangingPunct="1">
              <a:lnSpc>
                <a:spcPct val="120000"/>
              </a:lnSpc>
            </a:pPr>
            <a:r>
              <a:rPr lang="en-US" altLang="en-US" sz="2400" dirty="0"/>
              <a:t>Given training data</a:t>
            </a:r>
            <a:r>
              <a:rPr lang="en-US" altLang="en-US" sz="2400" i="1" dirty="0"/>
              <a:t> </a:t>
            </a:r>
            <a:r>
              <a:rPr lang="en-US" altLang="en-US" sz="2400" b="1" dirty="0"/>
              <a:t>X</a:t>
            </a:r>
            <a:r>
              <a:rPr lang="en-US" altLang="en-US" sz="2400" i="1" dirty="0"/>
              <a:t>, posteriori probability of a hypothesis </a:t>
            </a:r>
            <a:r>
              <a:rPr lang="en-US" altLang="en-US" sz="2400" dirty="0"/>
              <a:t>H</a:t>
            </a:r>
            <a:r>
              <a:rPr lang="en-US" altLang="en-US" sz="2400" i="1" dirty="0"/>
              <a:t>, </a:t>
            </a:r>
            <a:r>
              <a:rPr lang="en-US" altLang="en-US" sz="2400" dirty="0"/>
              <a:t>P(H|</a:t>
            </a:r>
            <a:r>
              <a:rPr lang="en-US" altLang="en-US" sz="2400" b="1" dirty="0"/>
              <a:t>X</a:t>
            </a:r>
            <a:r>
              <a:rPr lang="en-US" altLang="en-US" sz="2400" dirty="0"/>
              <a:t>)</a:t>
            </a:r>
            <a:r>
              <a:rPr lang="en-US" altLang="en-US" sz="2400" i="1" dirty="0"/>
              <a:t>, </a:t>
            </a:r>
            <a:r>
              <a:rPr lang="en-US" altLang="en-US" sz="2400" dirty="0"/>
              <a:t>follows the Bayes’ theorem</a:t>
            </a:r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en-US" sz="2400" dirty="0"/>
              <a:t>			</a:t>
            </a:r>
          </a:p>
          <a:p>
            <a:pPr eaLnBrk="1" hangingPunct="1">
              <a:lnSpc>
                <a:spcPct val="120000"/>
              </a:lnSpc>
            </a:pPr>
            <a:endParaRPr lang="en-US" altLang="en-US" sz="2400" dirty="0"/>
          </a:p>
          <a:p>
            <a:pPr eaLnBrk="1" hangingPunct="1">
              <a:lnSpc>
                <a:spcPct val="120000"/>
              </a:lnSpc>
            </a:pPr>
            <a:r>
              <a:rPr lang="en-US" altLang="en-US" sz="2400" dirty="0"/>
              <a:t>Informally, this can be viewed as </a:t>
            </a:r>
          </a:p>
          <a:p>
            <a:pPr lvl="1"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en-US" dirty="0"/>
              <a:t>		posteriori = likelihood x prior/evidence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en-US" sz="2400" dirty="0"/>
              <a:t>Predicts </a:t>
            </a:r>
            <a:r>
              <a:rPr lang="en-US" altLang="en-US" sz="2400" b="1" dirty="0"/>
              <a:t>X</a:t>
            </a:r>
            <a:r>
              <a:rPr lang="en-US" altLang="en-US" sz="2400" dirty="0"/>
              <a:t> belongs to C</a:t>
            </a:r>
            <a:r>
              <a:rPr lang="en-US" altLang="en-US" sz="2400" baseline="-25000" dirty="0"/>
              <a:t>i</a:t>
            </a:r>
            <a:r>
              <a:rPr lang="en-US" altLang="en-US" sz="2400" dirty="0"/>
              <a:t> </a:t>
            </a:r>
            <a:r>
              <a:rPr lang="en-US" altLang="en-US" sz="2400" dirty="0" err="1"/>
              <a:t>iff</a:t>
            </a:r>
            <a:r>
              <a:rPr lang="en-US" altLang="en-US" sz="2400" dirty="0"/>
              <a:t> the probability P(</a:t>
            </a:r>
            <a:r>
              <a:rPr lang="en-US" altLang="en-US" sz="2400" dirty="0" err="1"/>
              <a:t>C</a:t>
            </a:r>
            <a:r>
              <a:rPr lang="en-US" altLang="en-US" sz="2400" baseline="-25000" dirty="0" err="1"/>
              <a:t>i</a:t>
            </a:r>
            <a:r>
              <a:rPr lang="en-US" altLang="en-US" sz="2400" dirty="0" err="1"/>
              <a:t>|</a:t>
            </a:r>
            <a:r>
              <a:rPr lang="en-US" altLang="en-US" sz="2400" b="1" dirty="0" err="1"/>
              <a:t>X</a:t>
            </a:r>
            <a:r>
              <a:rPr lang="en-US" altLang="en-US" sz="2400" dirty="0"/>
              <a:t>) is the highest among all the P(</a:t>
            </a:r>
            <a:r>
              <a:rPr lang="en-US" altLang="en-US" sz="2400" dirty="0" err="1"/>
              <a:t>C</a:t>
            </a:r>
            <a:r>
              <a:rPr lang="en-US" altLang="en-US" sz="2400" baseline="-25000" dirty="0" err="1"/>
              <a:t>k</a:t>
            </a:r>
            <a:r>
              <a:rPr lang="en-US" altLang="en-US" sz="2400" dirty="0" err="1"/>
              <a:t>|X</a:t>
            </a:r>
            <a:r>
              <a:rPr lang="en-US" altLang="en-US" sz="2400" dirty="0"/>
              <a:t>) for all the </a:t>
            </a:r>
            <a:r>
              <a:rPr lang="en-US" altLang="en-US" sz="2400" i="1" dirty="0"/>
              <a:t>k</a:t>
            </a:r>
            <a:r>
              <a:rPr lang="en-US" altLang="en-US" sz="2400" dirty="0"/>
              <a:t> classes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en-US" sz="2400" dirty="0"/>
              <a:t>Practical difficulty:  It requires initial knowledge of many probabilities, involving significant computational cost</a:t>
            </a:r>
          </a:p>
        </p:txBody>
      </p:sp>
      <p:graphicFrame>
        <p:nvGraphicFramePr>
          <p:cNvPr id="37893" name="Object 4">
            <a:extLst>
              <a:ext uri="{FF2B5EF4-FFF2-40B4-BE49-F238E27FC236}">
                <a16:creationId xmlns="" xmlns:a16="http://schemas.microsoft.com/office/drawing/2014/main" id="{734FBD9F-DF63-14E8-2229-A68F57C5CAE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14601" y="2438400"/>
          <a:ext cx="7585075" cy="768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3" name="Equation" r:id="rId4" imgW="4813300" imgH="558800" progId="Equation.3">
                  <p:embed/>
                </p:oleObj>
              </mc:Choice>
              <mc:Fallback>
                <p:oleObj name="Equation" r:id="rId4" imgW="4813300" imgH="558800" progId="Equation.3">
                  <p:embed/>
                  <p:pic>
                    <p:nvPicPr>
                      <p:cNvPr id="37893" name="Object 4">
                        <a:extLst>
                          <a:ext uri="{FF2B5EF4-FFF2-40B4-BE49-F238E27FC236}">
                            <a16:creationId xmlns="" xmlns:a16="http://schemas.microsoft.com/office/drawing/2014/main" id="{734FBD9F-DF63-14E8-2229-A68F57C5CAE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4601" y="2438400"/>
                        <a:ext cx="7585075" cy="768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9" name="Rectangle 2">
            <a:extLst>
              <a:ext uri="{FF2B5EF4-FFF2-40B4-BE49-F238E27FC236}">
                <a16:creationId xmlns="" xmlns:a16="http://schemas.microsoft.com/office/drawing/2014/main" id="{54854DB8-BB34-8C1E-B84F-927B0D1C74B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295400" y="803275"/>
            <a:ext cx="9601200" cy="609600"/>
          </a:xfrm>
        </p:spPr>
        <p:txBody>
          <a:bodyPr>
            <a:normAutofit/>
          </a:bodyPr>
          <a:lstStyle/>
          <a:p>
            <a:pPr algn="ctr" eaLnBrk="1" hangingPunct="1"/>
            <a:r>
              <a:rPr lang="en-US" altLang="en-US" sz="3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Classification Is to Derive the Maximum Posteriori</a:t>
            </a:r>
          </a:p>
        </p:txBody>
      </p:sp>
      <p:sp>
        <p:nvSpPr>
          <p:cNvPr id="39940" name="Rectangle 3">
            <a:extLst>
              <a:ext uri="{FF2B5EF4-FFF2-40B4-BE49-F238E27FC236}">
                <a16:creationId xmlns="" xmlns:a16="http://schemas.microsoft.com/office/drawing/2014/main" id="{BF8B670B-2061-A7AA-E4EF-3D150F1182C0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761999" y="1219200"/>
            <a:ext cx="11021505" cy="5181600"/>
          </a:xfrm>
        </p:spPr>
        <p:txBody>
          <a:bodyPr/>
          <a:lstStyle/>
          <a:p>
            <a:pPr eaLnBrk="1" hangingPunct="1"/>
            <a:r>
              <a:rPr lang="en-US" altLang="en-US" sz="2400" dirty="0"/>
              <a:t>Let D be a training set of tuples and their associated class labels, and each tuple is represented by an n-D attribute vector </a:t>
            </a:r>
            <a:r>
              <a:rPr lang="en-US" altLang="en-US" sz="2400" b="1" dirty="0"/>
              <a:t>X</a:t>
            </a:r>
            <a:r>
              <a:rPr lang="en-US" altLang="en-US" sz="2400" dirty="0"/>
              <a:t> = (x</a:t>
            </a:r>
            <a:r>
              <a:rPr lang="en-US" altLang="en-US" sz="2400" baseline="-25000" dirty="0"/>
              <a:t>1</a:t>
            </a:r>
            <a:r>
              <a:rPr lang="en-US" altLang="en-US" sz="2400" dirty="0"/>
              <a:t>, x</a:t>
            </a:r>
            <a:r>
              <a:rPr lang="en-US" altLang="en-US" sz="2400" baseline="-25000" dirty="0"/>
              <a:t>2</a:t>
            </a:r>
            <a:r>
              <a:rPr lang="en-US" altLang="en-US" sz="2400" dirty="0"/>
              <a:t>, …, </a:t>
            </a:r>
            <a:r>
              <a:rPr lang="en-US" altLang="en-US" sz="2400" dirty="0" err="1"/>
              <a:t>x</a:t>
            </a:r>
            <a:r>
              <a:rPr lang="en-US" altLang="en-US" sz="2400" baseline="-25000" dirty="0" err="1"/>
              <a:t>n</a:t>
            </a:r>
            <a:r>
              <a:rPr lang="en-US" altLang="en-US" sz="2400" dirty="0"/>
              <a:t>)</a:t>
            </a:r>
          </a:p>
          <a:p>
            <a:pPr eaLnBrk="1" hangingPunct="1"/>
            <a:r>
              <a:rPr lang="en-US" altLang="en-US" sz="2400" dirty="0"/>
              <a:t>Suppose there are </a:t>
            </a:r>
            <a:r>
              <a:rPr lang="en-US" altLang="en-US" sz="2400" i="1" dirty="0"/>
              <a:t>m</a:t>
            </a:r>
            <a:r>
              <a:rPr lang="en-US" altLang="en-US" sz="2400" dirty="0"/>
              <a:t> classes C</a:t>
            </a:r>
            <a:r>
              <a:rPr lang="en-US" altLang="en-US" sz="2400" baseline="-25000" dirty="0"/>
              <a:t>1</a:t>
            </a:r>
            <a:r>
              <a:rPr lang="en-US" altLang="en-US" sz="2400" dirty="0"/>
              <a:t>, C</a:t>
            </a:r>
            <a:r>
              <a:rPr lang="en-US" altLang="en-US" sz="2400" baseline="-25000" dirty="0"/>
              <a:t>2</a:t>
            </a:r>
            <a:r>
              <a:rPr lang="en-US" altLang="en-US" sz="2400" dirty="0"/>
              <a:t>, …, C</a:t>
            </a:r>
            <a:r>
              <a:rPr lang="en-US" altLang="en-US" sz="2400" baseline="-25000" dirty="0"/>
              <a:t>m</a:t>
            </a:r>
            <a:r>
              <a:rPr lang="en-US" altLang="en-US" sz="2400" dirty="0"/>
              <a:t>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400" dirty="0"/>
              <a:t>Classification is to derive the maximum posteriori, i.e., the maximal P(</a:t>
            </a:r>
            <a:r>
              <a:rPr lang="en-US" altLang="en-US" sz="2400" dirty="0" err="1"/>
              <a:t>C</a:t>
            </a:r>
            <a:r>
              <a:rPr lang="en-US" altLang="en-US" sz="2400" baseline="-25000" dirty="0" err="1"/>
              <a:t>i</a:t>
            </a:r>
            <a:r>
              <a:rPr lang="en-US" altLang="en-US" sz="2400" dirty="0" err="1"/>
              <a:t>|</a:t>
            </a:r>
            <a:r>
              <a:rPr lang="en-US" altLang="en-US" sz="2400" b="1" dirty="0" err="1"/>
              <a:t>X</a:t>
            </a:r>
            <a:r>
              <a:rPr lang="en-US" altLang="en-US" sz="2400" dirty="0"/>
              <a:t>)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400" dirty="0"/>
              <a:t>This can be derived from Bayes’ theorem</a:t>
            </a:r>
          </a:p>
          <a:p>
            <a:pPr eaLnBrk="1" hangingPunct="1">
              <a:lnSpc>
                <a:spcPct val="90000"/>
              </a:lnSpc>
            </a:pPr>
            <a:endParaRPr lang="en-US" altLang="en-US" sz="2400" dirty="0"/>
          </a:p>
          <a:p>
            <a:pPr eaLnBrk="1" hangingPunct="1">
              <a:lnSpc>
                <a:spcPct val="90000"/>
              </a:lnSpc>
            </a:pPr>
            <a:endParaRPr lang="en-US" altLang="en-US" sz="2400" dirty="0"/>
          </a:p>
          <a:p>
            <a:pPr eaLnBrk="1" hangingPunct="1">
              <a:lnSpc>
                <a:spcPct val="90000"/>
              </a:lnSpc>
            </a:pPr>
            <a:r>
              <a:rPr lang="en-US" altLang="en-US" sz="2400" dirty="0"/>
              <a:t>Since P(X) is constant for all classes, only                                        </a:t>
            </a:r>
          </a:p>
          <a:p>
            <a:pPr eaLnBrk="1" hangingPunct="1">
              <a:lnSpc>
                <a:spcPct val="90000"/>
              </a:lnSpc>
            </a:pPr>
            <a:endParaRPr lang="en-US" altLang="en-US" sz="2400" dirty="0"/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dirty="0"/>
              <a:t>needs to be maximized</a:t>
            </a:r>
          </a:p>
        </p:txBody>
      </p:sp>
      <p:graphicFrame>
        <p:nvGraphicFramePr>
          <p:cNvPr id="39941" name="Object 5">
            <a:extLst>
              <a:ext uri="{FF2B5EF4-FFF2-40B4-BE49-F238E27FC236}">
                <a16:creationId xmlns="" xmlns:a16="http://schemas.microsoft.com/office/drawing/2014/main" id="{E33231B4-FFF2-7F86-0EF8-01CC4A9EA143}"/>
              </a:ext>
            </a:extLst>
          </p:cNvPr>
          <p:cNvGraphicFramePr>
            <a:graphicFrameLocks noGrp="1" noChangeAspect="1"/>
          </p:cNvGraphicFramePr>
          <p:nvPr>
            <p:ph sz="quarter" idx="2"/>
          </p:nvPr>
        </p:nvGraphicFramePr>
        <p:xfrm>
          <a:off x="6096000" y="3698875"/>
          <a:ext cx="2743200" cy="709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8" name="Equation" r:id="rId4" imgW="2501900" imgH="647700" progId="Equation.3">
                  <p:embed/>
                </p:oleObj>
              </mc:Choice>
              <mc:Fallback>
                <p:oleObj name="Equation" r:id="rId4" imgW="2501900" imgH="647700" progId="Equation.3">
                  <p:embed/>
                  <p:pic>
                    <p:nvPicPr>
                      <p:cNvPr id="39941" name="Object 5">
                        <a:extLst>
                          <a:ext uri="{FF2B5EF4-FFF2-40B4-BE49-F238E27FC236}">
                            <a16:creationId xmlns="" xmlns:a16="http://schemas.microsoft.com/office/drawing/2014/main" id="{E33231B4-FFF2-7F86-0EF8-01CC4A9EA14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0" y="3698875"/>
                        <a:ext cx="2743200" cy="709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42" name="Object 7">
            <a:extLst>
              <a:ext uri="{FF2B5EF4-FFF2-40B4-BE49-F238E27FC236}">
                <a16:creationId xmlns="" xmlns:a16="http://schemas.microsoft.com/office/drawing/2014/main" id="{D240C0CA-7DB1-CA3A-E570-9630AABDCEB1}"/>
              </a:ext>
            </a:extLst>
          </p:cNvPr>
          <p:cNvGraphicFramePr>
            <a:graphicFrameLocks noGrp="1" noChangeAspect="1"/>
          </p:cNvGraphicFramePr>
          <p:nvPr>
            <p:ph sz="quarter" idx="3"/>
          </p:nvPr>
        </p:nvGraphicFramePr>
        <p:xfrm>
          <a:off x="6096000" y="5181600"/>
          <a:ext cx="2895600" cy="446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9" name="Equation" r:id="rId6" imgW="2476500" imgH="381000" progId="Equation.3">
                  <p:embed/>
                </p:oleObj>
              </mc:Choice>
              <mc:Fallback>
                <p:oleObj name="Equation" r:id="rId6" imgW="2476500" imgH="381000" progId="Equation.3">
                  <p:embed/>
                  <p:pic>
                    <p:nvPicPr>
                      <p:cNvPr id="39942" name="Object 7">
                        <a:extLst>
                          <a:ext uri="{FF2B5EF4-FFF2-40B4-BE49-F238E27FC236}">
                            <a16:creationId xmlns="" xmlns:a16="http://schemas.microsoft.com/office/drawing/2014/main" id="{D240C0CA-7DB1-CA3A-E570-9630AABDCEB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0" y="5181600"/>
                        <a:ext cx="2895600" cy="446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zoom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7" name="Rectangle 2">
            <a:extLst>
              <a:ext uri="{FF2B5EF4-FFF2-40B4-BE49-F238E27FC236}">
                <a16:creationId xmlns="" xmlns:a16="http://schemas.microsoft.com/office/drawing/2014/main" id="{65F39836-B5E9-BE29-707D-42CC6BA0DB0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371440" y="723900"/>
            <a:ext cx="8402638" cy="533400"/>
          </a:xfrm>
        </p:spPr>
        <p:txBody>
          <a:bodyPr>
            <a:noAutofit/>
          </a:bodyPr>
          <a:lstStyle/>
          <a:p>
            <a:pPr eaLnBrk="1" hangingPunct="1"/>
            <a:r>
              <a:rPr lang="en-US" altLang="en-US" sz="3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Naïve Bayes Classifier </a:t>
            </a:r>
          </a:p>
        </p:txBody>
      </p:sp>
      <p:sp>
        <p:nvSpPr>
          <p:cNvPr id="41988" name="Rectangle 3">
            <a:extLst>
              <a:ext uri="{FF2B5EF4-FFF2-40B4-BE49-F238E27FC236}">
                <a16:creationId xmlns="" xmlns:a16="http://schemas.microsoft.com/office/drawing/2014/main" id="{2058602E-4A0B-3B6B-8DAF-8D5BFD3CC41C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480767" y="1295400"/>
            <a:ext cx="11293311" cy="5105400"/>
          </a:xfrm>
        </p:spPr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en-US" sz="2400"/>
              <a:t>A simplified assumption: attributes are conditionally independent (i.e., no dependence relation between attributes):</a:t>
            </a:r>
          </a:p>
          <a:p>
            <a:pPr eaLnBrk="1" hangingPunct="1">
              <a:lnSpc>
                <a:spcPct val="90000"/>
              </a:lnSpc>
            </a:pPr>
            <a:endParaRPr lang="en-US" altLang="en-US" sz="2400"/>
          </a:p>
          <a:p>
            <a:pPr eaLnBrk="1" hangingPunct="1">
              <a:lnSpc>
                <a:spcPct val="90000"/>
              </a:lnSpc>
            </a:pPr>
            <a:r>
              <a:rPr lang="en-US" altLang="en-US" sz="2400"/>
              <a:t>This greatly reduces the computation cost: Only counts the class distribution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400"/>
              <a:t>If A</a:t>
            </a:r>
            <a:r>
              <a:rPr lang="en-US" altLang="en-US" sz="2400" baseline="-25000"/>
              <a:t>k</a:t>
            </a:r>
            <a:r>
              <a:rPr lang="en-US" altLang="en-US" sz="2400"/>
              <a:t> is categorical, P(x</a:t>
            </a:r>
            <a:r>
              <a:rPr lang="en-US" altLang="en-US" sz="2400" baseline="-25000"/>
              <a:t>k</a:t>
            </a:r>
            <a:r>
              <a:rPr lang="en-US" altLang="en-US" sz="2400"/>
              <a:t>|C</a:t>
            </a:r>
            <a:r>
              <a:rPr lang="en-US" altLang="en-US" sz="2400" baseline="-25000"/>
              <a:t>i</a:t>
            </a:r>
            <a:r>
              <a:rPr lang="en-US" altLang="en-US" sz="2400"/>
              <a:t>) is the # of tuples in C</a:t>
            </a:r>
            <a:r>
              <a:rPr lang="en-US" altLang="en-US" sz="2400" baseline="-25000"/>
              <a:t>i</a:t>
            </a:r>
            <a:r>
              <a:rPr lang="en-US" altLang="en-US" sz="2400"/>
              <a:t> having value x</a:t>
            </a:r>
            <a:r>
              <a:rPr lang="en-US" altLang="en-US" sz="2400" baseline="-25000"/>
              <a:t>k</a:t>
            </a:r>
            <a:r>
              <a:rPr lang="en-US" altLang="en-US" sz="2400"/>
              <a:t> for A</a:t>
            </a:r>
            <a:r>
              <a:rPr lang="en-US" altLang="en-US" sz="2400" baseline="-25000"/>
              <a:t>k</a:t>
            </a:r>
            <a:r>
              <a:rPr lang="en-US" altLang="en-US" sz="2400"/>
              <a:t> divided by |C</a:t>
            </a:r>
            <a:r>
              <a:rPr lang="en-US" altLang="en-US" sz="2400" baseline="-25000"/>
              <a:t>i, D</a:t>
            </a:r>
            <a:r>
              <a:rPr lang="en-US" altLang="en-US" sz="2400"/>
              <a:t>| (# of tuples of C</a:t>
            </a:r>
            <a:r>
              <a:rPr lang="en-US" altLang="en-US" sz="2400" baseline="-25000"/>
              <a:t>i</a:t>
            </a:r>
            <a:r>
              <a:rPr lang="en-US" altLang="en-US" sz="2400"/>
              <a:t> in D)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400"/>
              <a:t>If A</a:t>
            </a:r>
            <a:r>
              <a:rPr lang="en-US" altLang="en-US" sz="2400" baseline="-25000"/>
              <a:t>k</a:t>
            </a:r>
            <a:r>
              <a:rPr lang="en-US" altLang="en-US" sz="2400"/>
              <a:t> is continous-valued, P(x</a:t>
            </a:r>
            <a:r>
              <a:rPr lang="en-US" altLang="en-US" sz="2400" baseline="-25000"/>
              <a:t>k</a:t>
            </a:r>
            <a:r>
              <a:rPr lang="en-US" altLang="en-US" sz="2400"/>
              <a:t>|C</a:t>
            </a:r>
            <a:r>
              <a:rPr lang="en-US" altLang="en-US" sz="2400" baseline="-25000"/>
              <a:t>i</a:t>
            </a:r>
            <a:r>
              <a:rPr lang="en-US" altLang="en-US" sz="2400"/>
              <a:t>) is usually computed based on Gaussian distribution with a mean </a:t>
            </a:r>
            <a:r>
              <a:rPr lang="el-GR" altLang="en-US" sz="2400"/>
              <a:t>μ</a:t>
            </a:r>
            <a:r>
              <a:rPr lang="en-US" altLang="en-US" sz="2400"/>
              <a:t> and standard deviation </a:t>
            </a:r>
            <a:r>
              <a:rPr lang="el-GR" altLang="en-US" sz="2400"/>
              <a:t>σ</a:t>
            </a:r>
          </a:p>
          <a:p>
            <a:pPr eaLnBrk="1" hangingPunct="1">
              <a:lnSpc>
                <a:spcPct val="90000"/>
              </a:lnSpc>
            </a:pPr>
            <a:endParaRPr lang="en-US" altLang="en-US" sz="2400"/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/>
              <a:t>and P(x</a:t>
            </a:r>
            <a:r>
              <a:rPr lang="en-US" altLang="en-US" baseline="-25000"/>
              <a:t>k</a:t>
            </a:r>
            <a:r>
              <a:rPr lang="en-US" altLang="en-US"/>
              <a:t>|C</a:t>
            </a:r>
            <a:r>
              <a:rPr lang="en-US" altLang="en-US" baseline="-25000"/>
              <a:t>i</a:t>
            </a:r>
            <a:r>
              <a:rPr lang="en-US" altLang="en-US"/>
              <a:t>) is </a:t>
            </a:r>
          </a:p>
          <a:p>
            <a:pPr eaLnBrk="1" hangingPunct="1">
              <a:lnSpc>
                <a:spcPct val="90000"/>
              </a:lnSpc>
            </a:pPr>
            <a:endParaRPr lang="en-US" altLang="en-US" sz="2400"/>
          </a:p>
        </p:txBody>
      </p:sp>
      <p:graphicFrame>
        <p:nvGraphicFramePr>
          <p:cNvPr id="41989" name="Object 10">
            <a:extLst>
              <a:ext uri="{FF2B5EF4-FFF2-40B4-BE49-F238E27FC236}">
                <a16:creationId xmlns="" xmlns:a16="http://schemas.microsoft.com/office/drawing/2014/main" id="{7ABFEF84-5BE0-06CE-067C-2E21EA3BB25B}"/>
              </a:ext>
            </a:extLst>
          </p:cNvPr>
          <p:cNvGraphicFramePr>
            <a:graphicFrameLocks noGrp="1"/>
          </p:cNvGraphicFramePr>
          <p:nvPr>
            <p:ph sz="quarter" idx="2"/>
          </p:nvPr>
        </p:nvGraphicFramePr>
        <p:xfrm>
          <a:off x="3962400" y="1905001"/>
          <a:ext cx="6172200" cy="898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3" name="Equation" r:id="rId4" imgW="4089400" imgH="508000" progId="Equation.3">
                  <p:embed/>
                </p:oleObj>
              </mc:Choice>
              <mc:Fallback>
                <p:oleObj name="Equation" r:id="rId4" imgW="4089400" imgH="508000" progId="Equation.3">
                  <p:embed/>
                  <p:pic>
                    <p:nvPicPr>
                      <p:cNvPr id="41989" name="Object 10">
                        <a:extLst>
                          <a:ext uri="{FF2B5EF4-FFF2-40B4-BE49-F238E27FC236}">
                            <a16:creationId xmlns="" xmlns:a16="http://schemas.microsoft.com/office/drawing/2014/main" id="{7ABFEF84-5BE0-06CE-067C-2E21EA3BB25B}"/>
                          </a:ext>
                        </a:extLst>
                      </p:cNvPr>
                      <p:cNvPicPr>
                        <a:picLocks noGrp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62400" y="1905001"/>
                        <a:ext cx="6172200" cy="898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990" name="Object 12">
            <a:extLst>
              <a:ext uri="{FF2B5EF4-FFF2-40B4-BE49-F238E27FC236}">
                <a16:creationId xmlns="" xmlns:a16="http://schemas.microsoft.com/office/drawing/2014/main" id="{92F876A1-14CE-092E-6CD3-180DE449BC5D}"/>
              </a:ext>
            </a:extLst>
          </p:cNvPr>
          <p:cNvGraphicFramePr>
            <a:graphicFrameLocks noGrp="1"/>
          </p:cNvGraphicFramePr>
          <p:nvPr>
            <p:ph sz="quarter" idx="3"/>
          </p:nvPr>
        </p:nvGraphicFramePr>
        <p:xfrm>
          <a:off x="5715000" y="4953000"/>
          <a:ext cx="32766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4" name="Equation" r:id="rId6" imgW="1663700" imgH="482600" progId="Equation.3">
                  <p:embed/>
                </p:oleObj>
              </mc:Choice>
              <mc:Fallback>
                <p:oleObj name="Equation" r:id="rId6" imgW="1663700" imgH="482600" progId="Equation.3">
                  <p:embed/>
                  <p:pic>
                    <p:nvPicPr>
                      <p:cNvPr id="41990" name="Object 12">
                        <a:extLst>
                          <a:ext uri="{FF2B5EF4-FFF2-40B4-BE49-F238E27FC236}">
                            <a16:creationId xmlns="" xmlns:a16="http://schemas.microsoft.com/office/drawing/2014/main" id="{92F876A1-14CE-092E-6CD3-180DE449BC5D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15000" y="4953000"/>
                        <a:ext cx="3276600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991" name="Object 14">
            <a:extLst>
              <a:ext uri="{FF2B5EF4-FFF2-40B4-BE49-F238E27FC236}">
                <a16:creationId xmlns="" xmlns:a16="http://schemas.microsoft.com/office/drawing/2014/main" id="{88B287AC-96D2-2882-0B60-12C6159BBE42}"/>
              </a:ext>
            </a:extLst>
          </p:cNvPr>
          <p:cNvGraphicFramePr>
            <a:graphicFrameLocks/>
          </p:cNvGraphicFramePr>
          <p:nvPr/>
        </p:nvGraphicFramePr>
        <p:xfrm>
          <a:off x="5715000" y="5943600"/>
          <a:ext cx="281940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5" name="Equation" r:id="rId8" imgW="1625600" imgH="241300" progId="Equation.3">
                  <p:embed/>
                </p:oleObj>
              </mc:Choice>
              <mc:Fallback>
                <p:oleObj name="Equation" r:id="rId8" imgW="1625600" imgH="241300" progId="Equation.3">
                  <p:embed/>
                  <p:pic>
                    <p:nvPicPr>
                      <p:cNvPr id="41991" name="Object 14">
                        <a:extLst>
                          <a:ext uri="{FF2B5EF4-FFF2-40B4-BE49-F238E27FC236}">
                            <a16:creationId xmlns="" xmlns:a16="http://schemas.microsoft.com/office/drawing/2014/main" id="{88B287AC-96D2-2882-0B60-12C6159BBE42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15000" y="5943600"/>
                        <a:ext cx="2819400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>
                                  <a:alpha val="74997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zoom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5" name="Rectangle 2">
            <a:extLst>
              <a:ext uri="{FF2B5EF4-FFF2-40B4-BE49-F238E27FC236}">
                <a16:creationId xmlns="" xmlns:a16="http://schemas.microsoft.com/office/drawing/2014/main" id="{BD30D18E-95A5-F913-5F4F-5D83E20E103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43233" y="351934"/>
            <a:ext cx="9144000" cy="609600"/>
          </a:xfrm>
        </p:spPr>
        <p:txBody>
          <a:bodyPr>
            <a:noAutofit/>
          </a:bodyPr>
          <a:lstStyle/>
          <a:p>
            <a:pPr algn="ctr" eaLnBrk="1" hangingPunct="1"/>
            <a:r>
              <a:rPr lang="en-US" altLang="en-US" sz="3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Naïve Bayes Classifier: Training Dataset</a:t>
            </a:r>
          </a:p>
        </p:txBody>
      </p:sp>
      <p:sp>
        <p:nvSpPr>
          <p:cNvPr id="44036" name="Text Box 4">
            <a:extLst>
              <a:ext uri="{FF2B5EF4-FFF2-40B4-BE49-F238E27FC236}">
                <a16:creationId xmlns="" xmlns:a16="http://schemas.microsoft.com/office/drawing/2014/main" id="{3D2CA5D1-F399-CABD-5142-6C0E6BBCA5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76400" y="1828800"/>
            <a:ext cx="3429000" cy="3748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/>
              <a:t>Class: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/>
              <a:t>C1:buys_computer = ‘yes’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/>
              <a:t>C2:buys_computer = ‘no’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/>
              <a:t>Data to be classified: 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/>
              <a:t>X = (age &lt;=30, 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/>
              <a:t>Income = medium,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/>
              <a:t>Student = yes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/>
              <a:t>Credit_rating = Fair)</a:t>
            </a:r>
          </a:p>
        </p:txBody>
      </p:sp>
      <p:graphicFrame>
        <p:nvGraphicFramePr>
          <p:cNvPr id="44037" name="Object 5">
            <a:extLst>
              <a:ext uri="{FF2B5EF4-FFF2-40B4-BE49-F238E27FC236}">
                <a16:creationId xmlns="" xmlns:a16="http://schemas.microsoft.com/office/drawing/2014/main" id="{9D12CEB1-1DC9-C7AF-F191-68E3D830B101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5364588" y="1153998"/>
          <a:ext cx="5110163" cy="525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95" name="Worksheet" r:id="rId4" imgW="4330700" imgH="4470400" progId="Excel.Sheet.8">
                  <p:embed/>
                </p:oleObj>
              </mc:Choice>
              <mc:Fallback>
                <p:oleObj name="Worksheet" r:id="rId4" imgW="4330700" imgH="4470400" progId="Excel.Sheet.8">
                  <p:embed/>
                  <p:pic>
                    <p:nvPicPr>
                      <p:cNvPr id="44037" name="Object 5">
                        <a:extLst>
                          <a:ext uri="{FF2B5EF4-FFF2-40B4-BE49-F238E27FC236}">
                            <a16:creationId xmlns="" xmlns:a16="http://schemas.microsoft.com/office/drawing/2014/main" id="{9D12CEB1-1DC9-C7AF-F191-68E3D830B101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64588" y="1153998"/>
                        <a:ext cx="5110163" cy="5257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3" name="Rectangle 2">
            <a:extLst>
              <a:ext uri="{FF2B5EF4-FFF2-40B4-BE49-F238E27FC236}">
                <a16:creationId xmlns="" xmlns:a16="http://schemas.microsoft.com/office/drawing/2014/main" id="{F010BDC5-F9F5-07DF-A4DF-CA991782E12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98136" y="313442"/>
            <a:ext cx="9067800" cy="609600"/>
          </a:xfrm>
        </p:spPr>
        <p:txBody>
          <a:bodyPr>
            <a:noAutofit/>
          </a:bodyPr>
          <a:lstStyle/>
          <a:p>
            <a:pPr algn="ctr" eaLnBrk="1" hangingPunct="1"/>
            <a:r>
              <a:rPr lang="en-US" altLang="en-US" sz="3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Naïve Bayes Classifier: An Example</a:t>
            </a:r>
          </a:p>
        </p:txBody>
      </p:sp>
      <p:sp>
        <p:nvSpPr>
          <p:cNvPr id="46084" name="Rectangle 3">
            <a:extLst>
              <a:ext uri="{FF2B5EF4-FFF2-40B4-BE49-F238E27FC236}">
                <a16:creationId xmlns="" xmlns:a16="http://schemas.microsoft.com/office/drawing/2014/main" id="{50F37F68-2B50-F570-72E7-5C4A1AED65F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97584" y="1152525"/>
            <a:ext cx="9741816" cy="5715000"/>
          </a:xfrm>
        </p:spPr>
        <p:txBody>
          <a:bodyPr>
            <a:normAutofit fontScale="92500" lnSpcReduction="10000"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en-US" sz="2000" dirty="0"/>
              <a:t>P(C</a:t>
            </a:r>
            <a:r>
              <a:rPr lang="en-US" altLang="en-US" sz="2000" baseline="-25000" dirty="0"/>
              <a:t>i</a:t>
            </a:r>
            <a:r>
              <a:rPr lang="en-US" altLang="en-US" sz="2000" dirty="0"/>
              <a:t>):    P(</a:t>
            </a:r>
            <a:r>
              <a:rPr lang="en-US" altLang="en-US" sz="2000" dirty="0" err="1"/>
              <a:t>buys_computer</a:t>
            </a:r>
            <a:r>
              <a:rPr lang="en-US" altLang="en-US" sz="2000" dirty="0"/>
              <a:t> = “yes”)  = 9/14 = 0.643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000" dirty="0"/>
              <a:t>                   P(</a:t>
            </a:r>
            <a:r>
              <a:rPr lang="en-US" altLang="en-US" sz="2000" dirty="0" err="1"/>
              <a:t>buys_computer</a:t>
            </a:r>
            <a:r>
              <a:rPr lang="en-US" altLang="en-US" sz="2000" dirty="0"/>
              <a:t> = “no”) = 5/14= 0.357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000" dirty="0"/>
              <a:t>Compute P(</a:t>
            </a:r>
            <a:r>
              <a:rPr lang="en-US" altLang="en-US" sz="2000" dirty="0" err="1"/>
              <a:t>X|C</a:t>
            </a:r>
            <a:r>
              <a:rPr lang="en-US" altLang="en-US" sz="2000" baseline="-25000" dirty="0" err="1"/>
              <a:t>i</a:t>
            </a:r>
            <a:r>
              <a:rPr lang="en-US" altLang="en-US" sz="2000" dirty="0"/>
              <a:t>) for each class</a:t>
            </a:r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000" dirty="0"/>
              <a:t>     P(age = “&lt;=30” | </a:t>
            </a:r>
            <a:r>
              <a:rPr lang="en-US" altLang="en-US" sz="2000" dirty="0" err="1"/>
              <a:t>buys_computer</a:t>
            </a:r>
            <a:r>
              <a:rPr lang="en-US" altLang="en-US" sz="2000" dirty="0"/>
              <a:t> = “yes”)  = 2/9 = 0.222</a:t>
            </a:r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000" dirty="0"/>
              <a:t>     P(age = “&lt;= 30” | </a:t>
            </a:r>
            <a:r>
              <a:rPr lang="en-US" altLang="en-US" sz="2000" dirty="0" err="1"/>
              <a:t>buys_computer</a:t>
            </a:r>
            <a:r>
              <a:rPr lang="en-US" altLang="en-US" sz="2000" dirty="0"/>
              <a:t> = “no”) = 3/5 = 0.6</a:t>
            </a:r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000" dirty="0"/>
              <a:t>     P(income = “medium” | </a:t>
            </a:r>
            <a:r>
              <a:rPr lang="en-US" altLang="en-US" sz="2000" dirty="0" err="1"/>
              <a:t>buys_computer</a:t>
            </a:r>
            <a:r>
              <a:rPr lang="en-US" altLang="en-US" sz="2000" dirty="0"/>
              <a:t> = “yes”) = 4/9 = 0.444</a:t>
            </a:r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000" dirty="0"/>
              <a:t>     P(income = “medium” | </a:t>
            </a:r>
            <a:r>
              <a:rPr lang="en-US" altLang="en-US" sz="2000" dirty="0" err="1"/>
              <a:t>buys_computer</a:t>
            </a:r>
            <a:r>
              <a:rPr lang="en-US" altLang="en-US" sz="2000" dirty="0"/>
              <a:t> = “no”) = 2/5 = 0.4</a:t>
            </a:r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000" dirty="0"/>
              <a:t>     P(student = “yes” | </a:t>
            </a:r>
            <a:r>
              <a:rPr lang="en-US" altLang="en-US" sz="2000" dirty="0" err="1"/>
              <a:t>buys_computer</a:t>
            </a:r>
            <a:r>
              <a:rPr lang="en-US" altLang="en-US" sz="2000" dirty="0"/>
              <a:t> = “yes) = 6/9 = 0.667</a:t>
            </a:r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000" dirty="0"/>
              <a:t>     P(student = “yes” | </a:t>
            </a:r>
            <a:r>
              <a:rPr lang="en-US" altLang="en-US" sz="2000" dirty="0" err="1"/>
              <a:t>buys_computer</a:t>
            </a:r>
            <a:r>
              <a:rPr lang="en-US" altLang="en-US" sz="2000" dirty="0"/>
              <a:t> = “no”) = 1/5 = 0.2</a:t>
            </a:r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000" dirty="0"/>
              <a:t>     P(</a:t>
            </a:r>
            <a:r>
              <a:rPr lang="en-US" altLang="en-US" sz="2000" dirty="0" err="1"/>
              <a:t>credit_rating</a:t>
            </a:r>
            <a:r>
              <a:rPr lang="en-US" altLang="en-US" sz="2000" dirty="0"/>
              <a:t> = “fair” | </a:t>
            </a:r>
            <a:r>
              <a:rPr lang="en-US" altLang="en-US" sz="2000" dirty="0" err="1"/>
              <a:t>buys_computer</a:t>
            </a:r>
            <a:r>
              <a:rPr lang="en-US" altLang="en-US" sz="2000" dirty="0"/>
              <a:t> = “yes”) = 6/9 = 0.667</a:t>
            </a:r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000" dirty="0"/>
              <a:t>     P(</a:t>
            </a:r>
            <a:r>
              <a:rPr lang="en-US" altLang="en-US" sz="2000" dirty="0" err="1"/>
              <a:t>credit_rating</a:t>
            </a:r>
            <a:r>
              <a:rPr lang="en-US" altLang="en-US" sz="2000" dirty="0"/>
              <a:t> = “fair” | </a:t>
            </a:r>
            <a:r>
              <a:rPr lang="en-US" altLang="en-US" sz="2000" dirty="0" err="1"/>
              <a:t>buys_computer</a:t>
            </a:r>
            <a:r>
              <a:rPr lang="en-US" altLang="en-US" sz="2000" dirty="0"/>
              <a:t> = “no”) = 2/5 = 0.4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000" b="1" dirty="0"/>
              <a:t> X = (age &lt;= 30 , income = medium, student = yes, </a:t>
            </a:r>
            <a:r>
              <a:rPr lang="en-US" altLang="en-US" sz="2000" b="1" dirty="0" err="1"/>
              <a:t>credit_rating</a:t>
            </a:r>
            <a:r>
              <a:rPr lang="en-US" altLang="en-US" sz="2000" b="1" dirty="0"/>
              <a:t> = fair)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000" dirty="0"/>
              <a:t> </a:t>
            </a:r>
            <a:r>
              <a:rPr lang="en-US" altLang="en-US" sz="2000" b="1" dirty="0"/>
              <a:t>P(</a:t>
            </a:r>
            <a:r>
              <a:rPr lang="en-US" altLang="en-US" sz="2000" b="1" dirty="0" err="1"/>
              <a:t>X|C</a:t>
            </a:r>
            <a:r>
              <a:rPr lang="en-US" altLang="en-US" sz="2000" b="1" baseline="-25000" dirty="0" err="1"/>
              <a:t>i</a:t>
            </a:r>
            <a:r>
              <a:rPr lang="en-US" altLang="en-US" sz="2000" b="1" dirty="0"/>
              <a:t>) :</a:t>
            </a:r>
            <a:r>
              <a:rPr lang="en-US" altLang="en-US" sz="2000" dirty="0"/>
              <a:t> P(</a:t>
            </a:r>
            <a:r>
              <a:rPr lang="en-US" altLang="en-US" sz="2000" dirty="0" err="1"/>
              <a:t>X|buys_computer</a:t>
            </a:r>
            <a:r>
              <a:rPr lang="en-US" altLang="en-US" sz="2000" dirty="0"/>
              <a:t> = “yes”) = 0.222 x 0.444 x 0.667 x 0.667 = 0.044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000" dirty="0"/>
              <a:t>                P(</a:t>
            </a:r>
            <a:r>
              <a:rPr lang="en-US" altLang="en-US" sz="2000" dirty="0" err="1"/>
              <a:t>X|buys_computer</a:t>
            </a:r>
            <a:r>
              <a:rPr lang="en-US" altLang="en-US" sz="2000" dirty="0"/>
              <a:t> = “no”) = 0.6 x 0.4 x 0.2 x 0.4 = 0.019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000" b="1" dirty="0"/>
              <a:t>P(</a:t>
            </a:r>
            <a:r>
              <a:rPr lang="en-US" altLang="en-US" sz="2000" b="1" dirty="0" err="1"/>
              <a:t>X|C</a:t>
            </a:r>
            <a:r>
              <a:rPr lang="en-US" altLang="en-US" sz="2000" b="1" baseline="-25000" dirty="0" err="1"/>
              <a:t>i</a:t>
            </a:r>
            <a:r>
              <a:rPr lang="en-US" altLang="en-US" sz="2000" b="1" dirty="0"/>
              <a:t>)*P(C</a:t>
            </a:r>
            <a:r>
              <a:rPr lang="en-US" altLang="en-US" sz="2000" b="1" baseline="-25000" dirty="0"/>
              <a:t>i</a:t>
            </a:r>
            <a:r>
              <a:rPr lang="en-US" altLang="en-US" sz="2000" b="1" dirty="0"/>
              <a:t>) : </a:t>
            </a:r>
            <a:r>
              <a:rPr lang="en-US" altLang="en-US" sz="2000" dirty="0"/>
              <a:t>P(</a:t>
            </a:r>
            <a:r>
              <a:rPr lang="en-US" altLang="en-US" sz="2000" dirty="0" err="1"/>
              <a:t>X|buys_computer</a:t>
            </a:r>
            <a:r>
              <a:rPr lang="en-US" altLang="en-US" sz="2000" dirty="0"/>
              <a:t> = “yes”) * P(</a:t>
            </a:r>
            <a:r>
              <a:rPr lang="en-US" altLang="en-US" sz="2000" dirty="0" err="1"/>
              <a:t>buys_computer</a:t>
            </a:r>
            <a:r>
              <a:rPr lang="en-US" altLang="en-US" sz="2000" dirty="0"/>
              <a:t> = “yes”) = 0.028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000" b="1" dirty="0"/>
              <a:t>		             </a:t>
            </a:r>
            <a:r>
              <a:rPr lang="en-US" altLang="en-US" sz="2000" dirty="0"/>
              <a:t>P(</a:t>
            </a:r>
            <a:r>
              <a:rPr lang="en-US" altLang="en-US" sz="2000" dirty="0" err="1"/>
              <a:t>X|buys_computer</a:t>
            </a:r>
            <a:r>
              <a:rPr lang="en-US" altLang="en-US" sz="2000" dirty="0"/>
              <a:t> = “no”) * P(</a:t>
            </a:r>
            <a:r>
              <a:rPr lang="en-US" altLang="en-US" sz="2000" dirty="0" err="1"/>
              <a:t>buys_computer</a:t>
            </a:r>
            <a:r>
              <a:rPr lang="en-US" altLang="en-US" sz="2000" dirty="0"/>
              <a:t> = “no”) = 0.007</a:t>
            </a:r>
            <a:endParaRPr lang="en-US" altLang="en-US" sz="2000" b="1" dirty="0"/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000" b="1" dirty="0"/>
              <a:t>Therefore,  X belongs to class (“</a:t>
            </a:r>
            <a:r>
              <a:rPr lang="en-US" altLang="en-US" sz="2000" b="1" dirty="0" err="1"/>
              <a:t>buys_computer</a:t>
            </a:r>
            <a:r>
              <a:rPr lang="en-US" altLang="en-US" sz="2000" b="1" dirty="0"/>
              <a:t> = yes”)	</a:t>
            </a:r>
            <a:r>
              <a:rPr lang="en-US" altLang="en-US" sz="1800" b="1" dirty="0"/>
              <a:t>	</a:t>
            </a:r>
          </a:p>
        </p:txBody>
      </p:sp>
      <p:graphicFrame>
        <p:nvGraphicFramePr>
          <p:cNvPr id="46085" name="Object 1">
            <a:extLst>
              <a:ext uri="{FF2B5EF4-FFF2-40B4-BE49-F238E27FC236}">
                <a16:creationId xmlns="" xmlns:a16="http://schemas.microsoft.com/office/drawing/2014/main" id="{0A2DF5B3-1CC0-E8BB-C31E-F17055B057B1}"/>
              </a:ext>
            </a:extLst>
          </p:cNvPr>
          <p:cNvGraphicFramePr>
            <a:graphicFrameLocks/>
          </p:cNvGraphicFramePr>
          <p:nvPr/>
        </p:nvGraphicFramePr>
        <p:xfrm>
          <a:off x="8563074" y="1867079"/>
          <a:ext cx="3286419" cy="295944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19" name="Worksheet" r:id="rId4" imgW="4330700" imgH="4470400" progId="Excel.Sheet.8">
                  <p:embed/>
                </p:oleObj>
              </mc:Choice>
              <mc:Fallback>
                <p:oleObj name="Worksheet" r:id="rId4" imgW="4330700" imgH="4470400" progId="Excel.Sheet.8">
                  <p:embed/>
                  <p:pic>
                    <p:nvPicPr>
                      <p:cNvPr id="46085" name="Object 1">
                        <a:extLst>
                          <a:ext uri="{FF2B5EF4-FFF2-40B4-BE49-F238E27FC236}">
                            <a16:creationId xmlns="" xmlns:a16="http://schemas.microsoft.com/office/drawing/2014/main" id="{0A2DF5B3-1CC0-E8BB-C31E-F17055B057B1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63074" y="1867079"/>
                        <a:ext cx="3286419" cy="295944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Google Shape;256;p35">
            <a:extLst>
              <a:ext uri="{FF2B5EF4-FFF2-40B4-BE49-F238E27FC236}">
                <a16:creationId xmlns="" xmlns:a16="http://schemas.microsoft.com/office/drawing/2014/main" id="{662609B5-2FEE-D444-82D3-AB7889BB220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380268" y="180183"/>
            <a:ext cx="7431464" cy="830262"/>
          </a:xfrm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>
              <a:buClr>
                <a:srgbClr val="333399"/>
              </a:buClr>
              <a:buSzPts val="3600"/>
              <a:buFont typeface="Overlock"/>
              <a:buNone/>
            </a:pPr>
            <a:r>
              <a:rPr lang="en-US" altLang="en-US" sz="3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Naïve Bayes Classifier: An Example</a:t>
            </a:r>
            <a:r>
              <a:rPr lang="en-US" altLang="en-US" sz="3600" dirty="0">
                <a:solidFill>
                  <a:srgbClr val="FF0000"/>
                </a:solidFill>
                <a:latin typeface="Times New Roman" panose="02020603050405020304" pitchFamily="18" charset="0"/>
                <a:ea typeface="Overlock"/>
                <a:cs typeface="Times New Roman" panose="02020603050405020304" pitchFamily="18" charset="0"/>
                <a:sym typeface="Overlock"/>
              </a:rPr>
              <a:t>	</a:t>
            </a:r>
            <a:endParaRPr lang="en-US" altLang="en-US" sz="36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7" name="Google Shape;257;p35">
            <a:extLst>
              <a:ext uri="{FF2B5EF4-FFF2-40B4-BE49-F238E27FC236}">
                <a16:creationId xmlns="" xmlns:a16="http://schemas.microsoft.com/office/drawing/2014/main" id="{7CA90D0A-4123-B4B3-8353-217E2F97337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860551" y="1217614"/>
            <a:ext cx="8545513" cy="5114925"/>
          </a:xfr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66725" indent="-360045">
              <a:lnSpc>
                <a:spcPct val="110000"/>
              </a:lnSpc>
              <a:spcBef>
                <a:spcPts val="0"/>
              </a:spcBef>
              <a:buSzPts val="1680"/>
              <a:buNone/>
              <a:defRPr/>
            </a:pP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66725" indent="-466725">
              <a:lnSpc>
                <a:spcPct val="110000"/>
              </a:lnSpc>
              <a:spcBef>
                <a:spcPts val="560"/>
              </a:spcBef>
              <a:buSzPts val="1680"/>
              <a:buNone/>
              <a:defRPr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</a:t>
            </a:r>
            <a:endParaRPr/>
          </a:p>
        </p:txBody>
      </p:sp>
      <p:sp>
        <p:nvSpPr>
          <p:cNvPr id="48132" name="Google Shape;258;p35">
            <a:extLst>
              <a:ext uri="{FF2B5EF4-FFF2-40B4-BE49-F238E27FC236}">
                <a16:creationId xmlns="" xmlns:a16="http://schemas.microsoft.com/office/drawing/2014/main" id="{42EF1E8A-1060-5259-977D-0D92DEEC3A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9559" y="1079501"/>
            <a:ext cx="9697155" cy="5114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00" tIns="45700" rIns="91400" bIns="45700"/>
          <a:lstStyle>
            <a:lvl1pPr marL="466725" indent="-466725">
              <a:defRPr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lnSpc>
                <a:spcPct val="120000"/>
              </a:lnSpc>
              <a:buClr>
                <a:srgbClr val="FF0000"/>
              </a:buClr>
              <a:buSzPts val="2500"/>
              <a:buFont typeface="Tahoma" panose="020B0604030504040204" pitchFamily="34" charset="0"/>
              <a:buChar char="•"/>
            </a:pPr>
            <a:r>
              <a:rPr lang="en-US" altLang="en-US" sz="2500" dirty="0">
                <a:solidFill>
                  <a:srgbClr val="000000"/>
                </a:solidFill>
                <a:cs typeface="Tahoma" panose="020B0604030504040204" pitchFamily="34" charset="0"/>
                <a:sym typeface="Tahoma" panose="020B0604030504040204" pitchFamily="34" charset="0"/>
              </a:rPr>
              <a:t>Play Tennis</a:t>
            </a:r>
            <a:endParaRPr lang="en-US" altLang="en-US" dirty="0"/>
          </a:p>
        </p:txBody>
      </p:sp>
      <p:pic>
        <p:nvPicPr>
          <p:cNvPr id="48133" name="Google Shape;259;p35">
            <a:extLst>
              <a:ext uri="{FF2B5EF4-FFF2-40B4-BE49-F238E27FC236}">
                <a16:creationId xmlns="" xmlns:a16="http://schemas.microsoft.com/office/drawing/2014/main" id="{69F91804-666E-438B-9C46-EC3A842A3AC4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1" y="1665289"/>
            <a:ext cx="5457825" cy="4219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Google Shape;264;p36">
            <a:extLst>
              <a:ext uri="{FF2B5EF4-FFF2-40B4-BE49-F238E27FC236}">
                <a16:creationId xmlns="" xmlns:a16="http://schemas.microsoft.com/office/drawing/2014/main" id="{403E3B61-CCAF-61FE-9C57-2668EBB5710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0" y="1"/>
            <a:ext cx="5260157" cy="1077913"/>
          </a:xfr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rgbClr val="333399"/>
              </a:buClr>
              <a:buSzPts val="3600"/>
              <a:buFont typeface="Overlock"/>
              <a:buNone/>
            </a:pPr>
            <a:r>
              <a:rPr lang="en-US" altLang="en-US" sz="3600" dirty="0">
                <a:solidFill>
                  <a:srgbClr val="FF0000"/>
                </a:solidFill>
                <a:latin typeface="Times New Roman" panose="02020603050405020304" pitchFamily="18" charset="0"/>
                <a:ea typeface="Overlock"/>
                <a:cs typeface="Times New Roman" panose="02020603050405020304" pitchFamily="18" charset="0"/>
                <a:sym typeface="Overlock"/>
              </a:rPr>
              <a:t>The learning phase for tennis example	</a:t>
            </a:r>
            <a:endParaRPr lang="en-US" altLang="en-US" sz="36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5" name="Google Shape;265;p36">
            <a:extLst>
              <a:ext uri="{FF2B5EF4-FFF2-40B4-BE49-F238E27FC236}">
                <a16:creationId xmlns="" xmlns:a16="http://schemas.microsoft.com/office/drawing/2014/main" id="{F532110F-7CCA-254C-9E07-C6685615505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860551" y="1217614"/>
            <a:ext cx="8545513" cy="5114925"/>
          </a:xfr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66725" indent="-360045">
              <a:lnSpc>
                <a:spcPct val="110000"/>
              </a:lnSpc>
              <a:spcBef>
                <a:spcPts val="0"/>
              </a:spcBef>
              <a:buSzPts val="1680"/>
              <a:buNone/>
              <a:defRPr/>
            </a:pPr>
            <a:endParaRPr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66725" indent="-466725">
              <a:lnSpc>
                <a:spcPct val="110000"/>
              </a:lnSpc>
              <a:spcBef>
                <a:spcPts val="560"/>
              </a:spcBef>
              <a:buSzPts val="1680"/>
              <a:buNone/>
              <a:defRPr/>
            </a:pPr>
            <a:r>
              <a:rPr lang="en-US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</a:t>
            </a:r>
            <a:endParaRPr dirty="0"/>
          </a:p>
        </p:txBody>
      </p:sp>
      <p:graphicFrame>
        <p:nvGraphicFramePr>
          <p:cNvPr id="266" name="Google Shape;266;p36">
            <a:extLst>
              <a:ext uri="{FF2B5EF4-FFF2-40B4-BE49-F238E27FC236}">
                <a16:creationId xmlns="" xmlns:a16="http://schemas.microsoft.com/office/drawing/2014/main" id="{124A56E8-A6B1-C925-D881-17524E9A33FD}"/>
              </a:ext>
            </a:extLst>
          </p:cNvPr>
          <p:cNvGraphicFramePr/>
          <p:nvPr/>
        </p:nvGraphicFramePr>
        <p:xfrm>
          <a:off x="1725614" y="2934882"/>
          <a:ext cx="3114675" cy="1614488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038225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1038225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1038225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</a:tblGrid>
              <a:tr h="35889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Palatino Linotype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accent2"/>
                          </a:solidFill>
                          <a:latin typeface="Palatino Linotype"/>
                          <a:ea typeface="Palatino Linotype"/>
                          <a:cs typeface="Palatino Linotype"/>
                          <a:sym typeface="Palatino Linotype"/>
                        </a:rPr>
                        <a:t>Outlook</a:t>
                      </a:r>
                      <a:endParaRPr sz="1800"/>
                    </a:p>
                  </a:txBody>
                  <a:tcPr marL="78250" marR="78250" marT="41389" marB="41389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Palatino Linotype"/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chemeClr val="dk1"/>
                          </a:solidFill>
                          <a:latin typeface="Palatino Linotype"/>
                          <a:ea typeface="Palatino Linotype"/>
                          <a:cs typeface="Palatino Linotype"/>
                          <a:sym typeface="Palatino Linotype"/>
                        </a:rPr>
                        <a:t>Play=</a:t>
                      </a:r>
                      <a:r>
                        <a:rPr lang="en-US" sz="1800" b="0" i="1" u="none" strike="noStrike" cap="none" dirty="0">
                          <a:solidFill>
                            <a:schemeClr val="dk1"/>
                          </a:solidFill>
                          <a:latin typeface="Palatino Linotype"/>
                          <a:ea typeface="Palatino Linotype"/>
                          <a:cs typeface="Palatino Linotype"/>
                          <a:sym typeface="Palatino Linotype"/>
                        </a:rPr>
                        <a:t>Yes</a:t>
                      </a:r>
                      <a:endParaRPr sz="1800" dirty="0"/>
                    </a:p>
                  </a:txBody>
                  <a:tcPr marL="78250" marR="78250" marT="41389" marB="41389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Palatino Linotype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Palatino Linotype"/>
                          <a:ea typeface="Palatino Linotype"/>
                          <a:cs typeface="Palatino Linotype"/>
                          <a:sym typeface="Palatino Linotype"/>
                        </a:rPr>
                        <a:t>Play=</a:t>
                      </a:r>
                      <a:r>
                        <a:rPr lang="en-US" sz="1800" b="0" i="1" u="none" strike="noStrike" cap="none">
                          <a:solidFill>
                            <a:schemeClr val="dk1"/>
                          </a:solidFill>
                          <a:latin typeface="Palatino Linotype"/>
                          <a:ea typeface="Palatino Linotype"/>
                          <a:cs typeface="Palatino Linotype"/>
                          <a:sym typeface="Palatino Linotype"/>
                        </a:rPr>
                        <a:t>No</a:t>
                      </a:r>
                      <a:endParaRPr sz="1800"/>
                    </a:p>
                  </a:txBody>
                  <a:tcPr marL="78250" marR="78250" marT="41389" marB="41389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418173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Palatino Linotype"/>
                        <a:buNone/>
                      </a:pPr>
                      <a:r>
                        <a:rPr lang="en-US" sz="1600" b="0" i="1" u="none" strike="noStrike" cap="none">
                          <a:solidFill>
                            <a:schemeClr val="dk1"/>
                          </a:solidFill>
                          <a:latin typeface="Palatino Linotype"/>
                          <a:ea typeface="Palatino Linotype"/>
                          <a:cs typeface="Palatino Linotype"/>
                          <a:sym typeface="Palatino Linotype"/>
                        </a:rPr>
                        <a:t>Sunny</a:t>
                      </a:r>
                      <a:endParaRPr sz="1800"/>
                    </a:p>
                  </a:txBody>
                  <a:tcPr marL="78250" marR="78250" marT="41389" marB="41389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200"/>
                        <a:buFont typeface="Palatino Linotype"/>
                        <a:buNone/>
                      </a:pPr>
                      <a:r>
                        <a:rPr lang="en-US" sz="2200" b="0" i="0" u="none" strike="noStrike" cap="none">
                          <a:solidFill>
                            <a:schemeClr val="dk1"/>
                          </a:solidFill>
                          <a:latin typeface="Palatino Linotype"/>
                          <a:ea typeface="Palatino Linotype"/>
                          <a:cs typeface="Palatino Linotype"/>
                          <a:sym typeface="Palatino Linotype"/>
                        </a:rPr>
                        <a:t>2/9</a:t>
                      </a:r>
                      <a:endParaRPr sz="1800"/>
                    </a:p>
                  </a:txBody>
                  <a:tcPr marL="78250" marR="78250" marT="41389" marB="41389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200"/>
                        <a:buFont typeface="Palatino Linotype"/>
                        <a:buNone/>
                      </a:pPr>
                      <a:r>
                        <a:rPr lang="en-US" sz="2200" b="0" i="0" u="none" strike="noStrike" cap="none">
                          <a:solidFill>
                            <a:schemeClr val="dk1"/>
                          </a:solidFill>
                          <a:latin typeface="Palatino Linotype"/>
                          <a:ea typeface="Palatino Linotype"/>
                          <a:cs typeface="Palatino Linotype"/>
                          <a:sym typeface="Palatino Linotype"/>
                        </a:rPr>
                        <a:t>3/5</a:t>
                      </a:r>
                      <a:endParaRPr sz="1800"/>
                    </a:p>
                  </a:txBody>
                  <a:tcPr marL="78250" marR="78250" marT="41389" marB="41389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419244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Palatino Linotype"/>
                        <a:buNone/>
                      </a:pPr>
                      <a:r>
                        <a:rPr lang="en-US" sz="1600" b="0" i="1" u="none" strike="noStrike" cap="none">
                          <a:solidFill>
                            <a:schemeClr val="dk1"/>
                          </a:solidFill>
                          <a:latin typeface="Palatino Linotype"/>
                          <a:ea typeface="Palatino Linotype"/>
                          <a:cs typeface="Palatino Linotype"/>
                          <a:sym typeface="Palatino Linotype"/>
                        </a:rPr>
                        <a:t>Overcast</a:t>
                      </a:r>
                      <a:endParaRPr sz="1800"/>
                    </a:p>
                  </a:txBody>
                  <a:tcPr marL="78250" marR="78250" marT="41389" marB="41389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200"/>
                        <a:buFont typeface="Palatino Linotype"/>
                        <a:buNone/>
                      </a:pPr>
                      <a:r>
                        <a:rPr lang="en-US" sz="2200" b="0" i="0" u="none" strike="noStrike" cap="none">
                          <a:solidFill>
                            <a:schemeClr val="dk1"/>
                          </a:solidFill>
                          <a:latin typeface="Palatino Linotype"/>
                          <a:ea typeface="Palatino Linotype"/>
                          <a:cs typeface="Palatino Linotype"/>
                          <a:sym typeface="Palatino Linotype"/>
                        </a:rPr>
                        <a:t>4/9</a:t>
                      </a:r>
                      <a:endParaRPr sz="1800"/>
                    </a:p>
                  </a:txBody>
                  <a:tcPr marL="78250" marR="78250" marT="41389" marB="41389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200"/>
                        <a:buFont typeface="Palatino Linotype"/>
                        <a:buNone/>
                      </a:pPr>
                      <a:r>
                        <a:rPr lang="en-US" sz="2200" b="0" i="0" u="none" strike="noStrike" cap="none">
                          <a:solidFill>
                            <a:schemeClr val="dk1"/>
                          </a:solidFill>
                          <a:latin typeface="Palatino Linotype"/>
                          <a:ea typeface="Palatino Linotype"/>
                          <a:cs typeface="Palatino Linotype"/>
                          <a:sym typeface="Palatino Linotype"/>
                        </a:rPr>
                        <a:t>0/5</a:t>
                      </a:r>
                      <a:endParaRPr sz="1800"/>
                    </a:p>
                  </a:txBody>
                  <a:tcPr marL="78250" marR="78250" marT="41389" marB="41389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418173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Palatino Linotype"/>
                        <a:buNone/>
                      </a:pPr>
                      <a:r>
                        <a:rPr lang="en-US" sz="1600" b="0" i="1" u="none" strike="noStrike" cap="none">
                          <a:solidFill>
                            <a:schemeClr val="dk1"/>
                          </a:solidFill>
                          <a:latin typeface="Palatino Linotype"/>
                          <a:ea typeface="Palatino Linotype"/>
                          <a:cs typeface="Palatino Linotype"/>
                          <a:sym typeface="Palatino Linotype"/>
                        </a:rPr>
                        <a:t>Rain</a:t>
                      </a:r>
                      <a:endParaRPr sz="1800"/>
                    </a:p>
                  </a:txBody>
                  <a:tcPr marL="78250" marR="78250" marT="41389" marB="41389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200"/>
                        <a:buFont typeface="Palatino Linotype"/>
                        <a:buNone/>
                      </a:pPr>
                      <a:r>
                        <a:rPr lang="en-US" sz="2200" b="0" i="0" u="none" strike="noStrike" cap="none">
                          <a:solidFill>
                            <a:schemeClr val="dk1"/>
                          </a:solidFill>
                          <a:latin typeface="Palatino Linotype"/>
                          <a:ea typeface="Palatino Linotype"/>
                          <a:cs typeface="Palatino Linotype"/>
                          <a:sym typeface="Palatino Linotype"/>
                        </a:rPr>
                        <a:t>3/9</a:t>
                      </a:r>
                      <a:endParaRPr sz="1800"/>
                    </a:p>
                  </a:txBody>
                  <a:tcPr marL="78250" marR="78250" marT="41389" marB="41389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200"/>
                        <a:buFont typeface="Palatino Linotype"/>
                        <a:buNone/>
                      </a:pPr>
                      <a:r>
                        <a:rPr lang="en-US" sz="2200" b="0" i="0" u="none" strike="noStrike" cap="none" dirty="0">
                          <a:solidFill>
                            <a:schemeClr val="dk1"/>
                          </a:solidFill>
                          <a:latin typeface="Palatino Linotype"/>
                          <a:ea typeface="Palatino Linotype"/>
                          <a:cs typeface="Palatino Linotype"/>
                          <a:sym typeface="Palatino Linotype"/>
                        </a:rPr>
                        <a:t>2/5</a:t>
                      </a:r>
                      <a:endParaRPr sz="1800" dirty="0"/>
                    </a:p>
                  </a:txBody>
                  <a:tcPr marL="78250" marR="78250" marT="41389" marB="41389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267" name="Google Shape;267;p36">
            <a:extLst>
              <a:ext uri="{FF2B5EF4-FFF2-40B4-BE49-F238E27FC236}">
                <a16:creationId xmlns="" xmlns:a16="http://schemas.microsoft.com/office/drawing/2014/main" id="{963D4A43-2DE3-A3E6-04E3-25515A74C9C6}"/>
              </a:ext>
            </a:extLst>
          </p:cNvPr>
          <p:cNvGraphicFramePr/>
          <p:nvPr/>
        </p:nvGraphicFramePr>
        <p:xfrm>
          <a:off x="6221413" y="3032488"/>
          <a:ext cx="3910012" cy="1887537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433504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1238254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1238254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</a:tblGrid>
              <a:tr h="631909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Palatino Linotype"/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chemeClr val="accent2"/>
                          </a:solidFill>
                          <a:latin typeface="Palatino Linotype"/>
                          <a:ea typeface="Palatino Linotype"/>
                          <a:cs typeface="Palatino Linotype"/>
                          <a:sym typeface="Palatino Linotype"/>
                        </a:rPr>
                        <a:t>Temperature</a:t>
                      </a:r>
                      <a:endParaRPr sz="1800" dirty="0"/>
                    </a:p>
                  </a:txBody>
                  <a:tcPr marL="78200" marR="78200" marT="41456" marB="41456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Palatino Linotype"/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chemeClr val="dk1"/>
                          </a:solidFill>
                          <a:latin typeface="Palatino Linotype"/>
                          <a:ea typeface="Palatino Linotype"/>
                          <a:cs typeface="Palatino Linotype"/>
                          <a:sym typeface="Palatino Linotype"/>
                        </a:rPr>
                        <a:t>Play=</a:t>
                      </a:r>
                      <a:r>
                        <a:rPr lang="en-US" sz="1800" b="0" i="1" u="none" strike="noStrike" cap="none" dirty="0">
                          <a:solidFill>
                            <a:schemeClr val="dk1"/>
                          </a:solidFill>
                          <a:latin typeface="Palatino Linotype"/>
                          <a:ea typeface="Palatino Linotype"/>
                          <a:cs typeface="Palatino Linotype"/>
                          <a:sym typeface="Palatino Linotype"/>
                        </a:rPr>
                        <a:t>Yes</a:t>
                      </a:r>
                      <a:endParaRPr sz="1800" dirty="0"/>
                    </a:p>
                  </a:txBody>
                  <a:tcPr marL="78200" marR="78200" marT="41456" marB="41456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Palatino Linotype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Palatino Linotype"/>
                          <a:ea typeface="Palatino Linotype"/>
                          <a:cs typeface="Palatino Linotype"/>
                          <a:sym typeface="Palatino Linotype"/>
                        </a:rPr>
                        <a:t>Play=</a:t>
                      </a:r>
                      <a:r>
                        <a:rPr lang="en-US" sz="1800" b="0" i="1" u="none" strike="noStrike" cap="none">
                          <a:solidFill>
                            <a:schemeClr val="dk1"/>
                          </a:solidFill>
                          <a:latin typeface="Palatino Linotype"/>
                          <a:ea typeface="Palatino Linotype"/>
                          <a:cs typeface="Palatino Linotype"/>
                          <a:sym typeface="Palatino Linotype"/>
                        </a:rPr>
                        <a:t>No</a:t>
                      </a:r>
                      <a:endParaRPr sz="1800"/>
                    </a:p>
                  </a:txBody>
                  <a:tcPr marL="78200" marR="78200" marT="41456" marB="41456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418236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Palatino Linotype"/>
                        <a:buNone/>
                      </a:pPr>
                      <a:r>
                        <a:rPr lang="en-US" sz="1600" b="0" i="1" u="none" strike="noStrike" cap="none">
                          <a:solidFill>
                            <a:schemeClr val="dk1"/>
                          </a:solidFill>
                          <a:latin typeface="Palatino Linotype"/>
                          <a:ea typeface="Palatino Linotype"/>
                          <a:cs typeface="Palatino Linotype"/>
                          <a:sym typeface="Palatino Linotype"/>
                        </a:rPr>
                        <a:t>Hot</a:t>
                      </a:r>
                      <a:endParaRPr sz="1800"/>
                    </a:p>
                  </a:txBody>
                  <a:tcPr marL="78200" marR="78200" marT="41456" marB="41456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200"/>
                        <a:buFont typeface="Palatino Linotype"/>
                        <a:buNone/>
                      </a:pPr>
                      <a:r>
                        <a:rPr lang="en-US" sz="2200" b="0" i="0" u="none" strike="noStrike" cap="none">
                          <a:solidFill>
                            <a:schemeClr val="dk1"/>
                          </a:solidFill>
                          <a:latin typeface="Palatino Linotype"/>
                          <a:ea typeface="Palatino Linotype"/>
                          <a:cs typeface="Palatino Linotype"/>
                          <a:sym typeface="Palatino Linotype"/>
                        </a:rPr>
                        <a:t>2/9</a:t>
                      </a:r>
                      <a:endParaRPr sz="1800"/>
                    </a:p>
                  </a:txBody>
                  <a:tcPr marL="78200" marR="78200" marT="41456" marB="41456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200"/>
                        <a:buFont typeface="Palatino Linotype"/>
                        <a:buNone/>
                      </a:pPr>
                      <a:r>
                        <a:rPr lang="en-US" sz="2200" b="0" i="0" u="none" strike="noStrike" cap="none">
                          <a:solidFill>
                            <a:schemeClr val="dk1"/>
                          </a:solidFill>
                          <a:latin typeface="Palatino Linotype"/>
                          <a:ea typeface="Palatino Linotype"/>
                          <a:cs typeface="Palatino Linotype"/>
                          <a:sym typeface="Palatino Linotype"/>
                        </a:rPr>
                        <a:t>2/5</a:t>
                      </a:r>
                      <a:endParaRPr sz="1800"/>
                    </a:p>
                  </a:txBody>
                  <a:tcPr marL="78200" marR="78200" marT="41456" marB="41456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419156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Palatino Linotype"/>
                        <a:buNone/>
                      </a:pPr>
                      <a:r>
                        <a:rPr lang="en-US" sz="1600" b="0" i="1" u="none" strike="noStrike" cap="none">
                          <a:solidFill>
                            <a:schemeClr val="dk1"/>
                          </a:solidFill>
                          <a:latin typeface="Palatino Linotype"/>
                          <a:ea typeface="Palatino Linotype"/>
                          <a:cs typeface="Palatino Linotype"/>
                          <a:sym typeface="Palatino Linotype"/>
                        </a:rPr>
                        <a:t>Mild</a:t>
                      </a:r>
                      <a:endParaRPr sz="1800"/>
                    </a:p>
                  </a:txBody>
                  <a:tcPr marL="78200" marR="78200" marT="41456" marB="41456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200"/>
                        <a:buFont typeface="Palatino Linotype"/>
                        <a:buNone/>
                      </a:pPr>
                      <a:r>
                        <a:rPr lang="en-US" sz="2200" b="0" i="0" u="none" strike="noStrike" cap="none">
                          <a:solidFill>
                            <a:schemeClr val="dk1"/>
                          </a:solidFill>
                          <a:latin typeface="Palatino Linotype"/>
                          <a:ea typeface="Palatino Linotype"/>
                          <a:cs typeface="Palatino Linotype"/>
                          <a:sym typeface="Palatino Linotype"/>
                        </a:rPr>
                        <a:t>4/9</a:t>
                      </a:r>
                      <a:endParaRPr sz="1800"/>
                    </a:p>
                  </a:txBody>
                  <a:tcPr marL="78200" marR="78200" marT="41456" marB="41456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200"/>
                        <a:buFont typeface="Palatino Linotype"/>
                        <a:buNone/>
                      </a:pPr>
                      <a:r>
                        <a:rPr lang="en-US" sz="2200" b="0" i="0" u="none" strike="noStrike" cap="none">
                          <a:solidFill>
                            <a:schemeClr val="dk1"/>
                          </a:solidFill>
                          <a:latin typeface="Palatino Linotype"/>
                          <a:ea typeface="Palatino Linotype"/>
                          <a:cs typeface="Palatino Linotype"/>
                          <a:sym typeface="Palatino Linotype"/>
                        </a:rPr>
                        <a:t>2/5</a:t>
                      </a:r>
                      <a:endParaRPr sz="1800"/>
                    </a:p>
                  </a:txBody>
                  <a:tcPr marL="78200" marR="78200" marT="41456" marB="41456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418236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Palatino Linotype"/>
                        <a:buNone/>
                      </a:pPr>
                      <a:r>
                        <a:rPr lang="en-US" sz="1600" b="0" i="1" u="none" strike="noStrike" cap="none">
                          <a:solidFill>
                            <a:schemeClr val="dk1"/>
                          </a:solidFill>
                          <a:latin typeface="Palatino Linotype"/>
                          <a:ea typeface="Palatino Linotype"/>
                          <a:cs typeface="Palatino Linotype"/>
                          <a:sym typeface="Palatino Linotype"/>
                        </a:rPr>
                        <a:t>Cool</a:t>
                      </a:r>
                      <a:endParaRPr sz="1800"/>
                    </a:p>
                  </a:txBody>
                  <a:tcPr marL="78200" marR="78200" marT="41456" marB="41456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200"/>
                        <a:buFont typeface="Palatino Linotype"/>
                        <a:buNone/>
                      </a:pPr>
                      <a:r>
                        <a:rPr lang="en-US" sz="2200" b="0" i="0" u="none" strike="noStrike" cap="none">
                          <a:solidFill>
                            <a:schemeClr val="dk1"/>
                          </a:solidFill>
                          <a:latin typeface="Palatino Linotype"/>
                          <a:ea typeface="Palatino Linotype"/>
                          <a:cs typeface="Palatino Linotype"/>
                          <a:sym typeface="Palatino Linotype"/>
                        </a:rPr>
                        <a:t>3/9</a:t>
                      </a:r>
                      <a:endParaRPr sz="1800"/>
                    </a:p>
                  </a:txBody>
                  <a:tcPr marL="78200" marR="78200" marT="41456" marB="41456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200"/>
                        <a:buFont typeface="Palatino Linotype"/>
                        <a:buNone/>
                      </a:pPr>
                      <a:r>
                        <a:rPr lang="en-US" sz="2200" b="0" i="0" u="none" strike="noStrike" cap="none" dirty="0">
                          <a:solidFill>
                            <a:schemeClr val="dk1"/>
                          </a:solidFill>
                          <a:latin typeface="Palatino Linotype"/>
                          <a:ea typeface="Palatino Linotype"/>
                          <a:cs typeface="Palatino Linotype"/>
                          <a:sym typeface="Palatino Linotype"/>
                        </a:rPr>
                        <a:t>1/5</a:t>
                      </a:r>
                      <a:endParaRPr sz="1800" dirty="0"/>
                    </a:p>
                  </a:txBody>
                  <a:tcPr marL="78200" marR="78200" marT="41456" marB="41456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268" name="Google Shape;268;p36">
            <a:extLst>
              <a:ext uri="{FF2B5EF4-FFF2-40B4-BE49-F238E27FC236}">
                <a16:creationId xmlns="" xmlns:a16="http://schemas.microsoft.com/office/drawing/2014/main" id="{A99C2971-6602-24E3-CE11-6E0941162776}"/>
              </a:ext>
            </a:extLst>
          </p:cNvPr>
          <p:cNvGraphicFramePr/>
          <p:nvPr/>
        </p:nvGraphicFramePr>
        <p:xfrm>
          <a:off x="1725614" y="4920025"/>
          <a:ext cx="3322638" cy="1468589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328730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1012829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981079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</a:tblGrid>
              <a:tr h="63153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Palatino Linotype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accent2"/>
                          </a:solidFill>
                          <a:latin typeface="Palatino Linotype"/>
                          <a:ea typeface="Palatino Linotype"/>
                          <a:cs typeface="Palatino Linotype"/>
                          <a:sym typeface="Palatino Linotype"/>
                        </a:rPr>
                        <a:t>Humidity</a:t>
                      </a:r>
                      <a:endParaRPr sz="1800"/>
                    </a:p>
                  </a:txBody>
                  <a:tcPr marL="78175" marR="78175" marT="41431" marB="41431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Palatino Linotype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Palatino Linotype"/>
                          <a:ea typeface="Palatino Linotype"/>
                          <a:cs typeface="Palatino Linotype"/>
                          <a:sym typeface="Palatino Linotype"/>
                        </a:rPr>
                        <a:t>Play=</a:t>
                      </a:r>
                      <a:r>
                        <a:rPr lang="en-US" sz="1800" b="0" i="1" u="none" strike="noStrike" cap="none">
                          <a:solidFill>
                            <a:schemeClr val="dk1"/>
                          </a:solidFill>
                          <a:latin typeface="Palatino Linotype"/>
                          <a:ea typeface="Palatino Linotype"/>
                          <a:cs typeface="Palatino Linotype"/>
                          <a:sym typeface="Palatino Linotype"/>
                        </a:rPr>
                        <a:t>Yes</a:t>
                      </a:r>
                      <a:endParaRPr sz="1800"/>
                    </a:p>
                  </a:txBody>
                  <a:tcPr marL="78175" marR="78175" marT="41431" marB="4143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Palatino Linotype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Palatino Linotype"/>
                          <a:ea typeface="Palatino Linotype"/>
                          <a:cs typeface="Palatino Linotype"/>
                          <a:sym typeface="Palatino Linotype"/>
                        </a:rPr>
                        <a:t>Play=N</a:t>
                      </a:r>
                      <a:r>
                        <a:rPr lang="en-US" sz="1800" b="0" i="1" u="none" strike="noStrike" cap="none">
                          <a:solidFill>
                            <a:schemeClr val="dk1"/>
                          </a:solidFill>
                          <a:latin typeface="Palatino Linotype"/>
                          <a:ea typeface="Palatino Linotype"/>
                          <a:cs typeface="Palatino Linotype"/>
                          <a:sym typeface="Palatino Linotype"/>
                        </a:rPr>
                        <a:t>o</a:t>
                      </a:r>
                      <a:endParaRPr sz="1800"/>
                    </a:p>
                  </a:txBody>
                  <a:tcPr marL="78175" marR="78175" marT="41431" marB="4143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41799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Palatino Linotype"/>
                        <a:buNone/>
                      </a:pPr>
                      <a:r>
                        <a:rPr lang="en-US" sz="1600" b="0" i="1" u="none" strike="noStrike" cap="none">
                          <a:solidFill>
                            <a:schemeClr val="dk1"/>
                          </a:solidFill>
                          <a:latin typeface="Palatino Linotype"/>
                          <a:ea typeface="Palatino Linotype"/>
                          <a:cs typeface="Palatino Linotype"/>
                          <a:sym typeface="Palatino Linotype"/>
                        </a:rPr>
                        <a:t>High</a:t>
                      </a:r>
                      <a:endParaRPr sz="1800"/>
                    </a:p>
                  </a:txBody>
                  <a:tcPr marL="78175" marR="78175" marT="41431" marB="41431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200"/>
                        <a:buFont typeface="Palatino Linotype"/>
                        <a:buNone/>
                      </a:pPr>
                      <a:r>
                        <a:rPr lang="en-US" sz="2200" b="0" i="0" u="none" strike="noStrike" cap="none">
                          <a:solidFill>
                            <a:schemeClr val="dk1"/>
                          </a:solidFill>
                          <a:latin typeface="Palatino Linotype"/>
                          <a:ea typeface="Palatino Linotype"/>
                          <a:cs typeface="Palatino Linotype"/>
                          <a:sym typeface="Palatino Linotype"/>
                        </a:rPr>
                        <a:t>3/9</a:t>
                      </a:r>
                      <a:endParaRPr sz="1800"/>
                    </a:p>
                  </a:txBody>
                  <a:tcPr marL="78175" marR="78175" marT="41431" marB="4143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200"/>
                        <a:buFont typeface="Palatino Linotype"/>
                        <a:buNone/>
                      </a:pPr>
                      <a:r>
                        <a:rPr lang="en-US" sz="2200" b="0" i="0" u="none" strike="noStrike" cap="none">
                          <a:solidFill>
                            <a:schemeClr val="dk1"/>
                          </a:solidFill>
                          <a:latin typeface="Palatino Linotype"/>
                          <a:ea typeface="Palatino Linotype"/>
                          <a:cs typeface="Palatino Linotype"/>
                          <a:sym typeface="Palatino Linotype"/>
                        </a:rPr>
                        <a:t>4/5</a:t>
                      </a:r>
                      <a:endParaRPr sz="1800"/>
                    </a:p>
                  </a:txBody>
                  <a:tcPr marL="78175" marR="78175" marT="41431" marB="4143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418909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Palatino Linotype"/>
                        <a:buNone/>
                      </a:pPr>
                      <a:r>
                        <a:rPr lang="en-US" sz="1600" b="0" i="1" u="none" strike="noStrike" cap="none">
                          <a:solidFill>
                            <a:schemeClr val="dk1"/>
                          </a:solidFill>
                          <a:latin typeface="Palatino Linotype"/>
                          <a:ea typeface="Palatino Linotype"/>
                          <a:cs typeface="Palatino Linotype"/>
                          <a:sym typeface="Palatino Linotype"/>
                        </a:rPr>
                        <a:t>Normal</a:t>
                      </a:r>
                      <a:endParaRPr sz="1800"/>
                    </a:p>
                  </a:txBody>
                  <a:tcPr marL="78175" marR="78175" marT="41431" marB="41431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200"/>
                        <a:buFont typeface="Palatino Linotype"/>
                        <a:buNone/>
                      </a:pPr>
                      <a:r>
                        <a:rPr lang="en-US" sz="2200" b="0" i="0" u="none" strike="noStrike" cap="none">
                          <a:solidFill>
                            <a:schemeClr val="dk1"/>
                          </a:solidFill>
                          <a:latin typeface="Palatino Linotype"/>
                          <a:ea typeface="Palatino Linotype"/>
                          <a:cs typeface="Palatino Linotype"/>
                          <a:sym typeface="Palatino Linotype"/>
                        </a:rPr>
                        <a:t>6/9</a:t>
                      </a:r>
                      <a:endParaRPr sz="1800"/>
                    </a:p>
                  </a:txBody>
                  <a:tcPr marL="78175" marR="78175" marT="41431" marB="4143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200"/>
                        <a:buFont typeface="Palatino Linotype"/>
                        <a:buNone/>
                      </a:pPr>
                      <a:r>
                        <a:rPr lang="en-US" sz="2200" b="0" i="0" u="none" strike="noStrike" cap="none" dirty="0">
                          <a:solidFill>
                            <a:schemeClr val="dk1"/>
                          </a:solidFill>
                          <a:latin typeface="Palatino Linotype"/>
                          <a:ea typeface="Palatino Linotype"/>
                          <a:cs typeface="Palatino Linotype"/>
                          <a:sym typeface="Palatino Linotype"/>
                        </a:rPr>
                        <a:t>1/5</a:t>
                      </a:r>
                      <a:endParaRPr sz="1800" dirty="0"/>
                    </a:p>
                  </a:txBody>
                  <a:tcPr marL="78175" marR="78175" marT="41431" marB="41431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269" name="Google Shape;269;p36">
            <a:extLst>
              <a:ext uri="{FF2B5EF4-FFF2-40B4-BE49-F238E27FC236}">
                <a16:creationId xmlns="" xmlns:a16="http://schemas.microsoft.com/office/drawing/2014/main" id="{A2612763-370F-585C-BC43-536E51509A6F}"/>
              </a:ext>
            </a:extLst>
          </p:cNvPr>
          <p:cNvGraphicFramePr/>
          <p:nvPr/>
        </p:nvGraphicFramePr>
        <p:xfrm>
          <a:off x="6383732" y="5136964"/>
          <a:ext cx="3324225" cy="1195575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160459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1055683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1108083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</a:tblGrid>
              <a:tr h="3585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2"/>
                        </a:buClr>
                        <a:buSzPts val="1800"/>
                        <a:buFont typeface="Palatino Linotype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accent2"/>
                          </a:solidFill>
                          <a:latin typeface="Palatino Linotype"/>
                          <a:ea typeface="Palatino Linotype"/>
                          <a:cs typeface="Palatino Linotype"/>
                          <a:sym typeface="Palatino Linotype"/>
                        </a:rPr>
                        <a:t>Wind</a:t>
                      </a:r>
                      <a:endParaRPr sz="1800"/>
                    </a:p>
                  </a:txBody>
                  <a:tcPr marL="78226" marR="78226" marT="41427" marB="41427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Palatino Linotype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Palatino Linotype"/>
                          <a:ea typeface="Palatino Linotype"/>
                          <a:cs typeface="Palatino Linotype"/>
                          <a:sym typeface="Palatino Linotype"/>
                        </a:rPr>
                        <a:t>Play=</a:t>
                      </a:r>
                      <a:r>
                        <a:rPr lang="en-US" sz="1800" b="0" i="1" u="none" strike="noStrike" cap="none">
                          <a:solidFill>
                            <a:schemeClr val="dk1"/>
                          </a:solidFill>
                          <a:latin typeface="Palatino Linotype"/>
                          <a:ea typeface="Palatino Linotype"/>
                          <a:cs typeface="Palatino Linotype"/>
                          <a:sym typeface="Palatino Linotype"/>
                        </a:rPr>
                        <a:t>Yes</a:t>
                      </a:r>
                      <a:endParaRPr sz="1800"/>
                    </a:p>
                  </a:txBody>
                  <a:tcPr marL="78226" marR="78226" marT="41427" marB="4142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Palatino Linotype"/>
                        <a:buNone/>
                      </a:pPr>
                      <a:r>
                        <a:rPr lang="en-US" sz="1800" b="0" i="0" u="none" strike="noStrike" cap="none">
                          <a:solidFill>
                            <a:schemeClr val="dk1"/>
                          </a:solidFill>
                          <a:latin typeface="Palatino Linotype"/>
                          <a:ea typeface="Palatino Linotype"/>
                          <a:cs typeface="Palatino Linotype"/>
                          <a:sym typeface="Palatino Linotype"/>
                        </a:rPr>
                        <a:t>Play=</a:t>
                      </a:r>
                      <a:r>
                        <a:rPr lang="en-US" sz="1800" b="0" i="1" u="none" strike="noStrike" cap="none">
                          <a:solidFill>
                            <a:schemeClr val="dk1"/>
                          </a:solidFill>
                          <a:latin typeface="Palatino Linotype"/>
                          <a:ea typeface="Palatino Linotype"/>
                          <a:cs typeface="Palatino Linotype"/>
                          <a:sym typeface="Palatino Linotype"/>
                        </a:rPr>
                        <a:t>No</a:t>
                      </a:r>
                      <a:endParaRPr sz="1800"/>
                    </a:p>
                  </a:txBody>
                  <a:tcPr marL="78226" marR="78226" marT="41427" marB="4142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418866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Palatino Linotype"/>
                        <a:buNone/>
                      </a:pPr>
                      <a:r>
                        <a:rPr lang="en-US" sz="1600" b="0" i="1" u="none" strike="noStrike" cap="none">
                          <a:solidFill>
                            <a:schemeClr val="dk1"/>
                          </a:solidFill>
                          <a:latin typeface="Palatino Linotype"/>
                          <a:ea typeface="Palatino Linotype"/>
                          <a:cs typeface="Palatino Linotype"/>
                          <a:sym typeface="Palatino Linotype"/>
                        </a:rPr>
                        <a:t>Strong</a:t>
                      </a:r>
                      <a:endParaRPr sz="1800"/>
                    </a:p>
                  </a:txBody>
                  <a:tcPr marL="78226" marR="78226" marT="41427" marB="41427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200"/>
                        <a:buFont typeface="Palatino Linotype"/>
                        <a:buNone/>
                      </a:pPr>
                      <a:r>
                        <a:rPr lang="en-US" sz="2200" b="0" i="0" u="none" strike="noStrike" cap="none">
                          <a:solidFill>
                            <a:schemeClr val="dk1"/>
                          </a:solidFill>
                          <a:latin typeface="Palatino Linotype"/>
                          <a:ea typeface="Palatino Linotype"/>
                          <a:cs typeface="Palatino Linotype"/>
                          <a:sym typeface="Palatino Linotype"/>
                        </a:rPr>
                        <a:t>3/9</a:t>
                      </a:r>
                      <a:endParaRPr sz="1800"/>
                    </a:p>
                  </a:txBody>
                  <a:tcPr marL="78226" marR="78226" marT="41427" marB="4142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200"/>
                        <a:buFont typeface="Palatino Linotype"/>
                        <a:buNone/>
                      </a:pPr>
                      <a:r>
                        <a:rPr lang="en-US" sz="2200" b="0" i="0" u="none" strike="noStrike" cap="none">
                          <a:solidFill>
                            <a:schemeClr val="dk1"/>
                          </a:solidFill>
                          <a:latin typeface="Palatino Linotype"/>
                          <a:ea typeface="Palatino Linotype"/>
                          <a:cs typeface="Palatino Linotype"/>
                          <a:sym typeface="Palatino Linotype"/>
                        </a:rPr>
                        <a:t>3/5</a:t>
                      </a:r>
                      <a:endParaRPr sz="1800"/>
                    </a:p>
                  </a:txBody>
                  <a:tcPr marL="78226" marR="78226" marT="41427" marB="4142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417946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Palatino Linotype"/>
                        <a:buNone/>
                      </a:pPr>
                      <a:r>
                        <a:rPr lang="en-US" sz="1600" b="0" i="1" u="none" strike="noStrike" cap="none">
                          <a:solidFill>
                            <a:schemeClr val="dk1"/>
                          </a:solidFill>
                          <a:latin typeface="Palatino Linotype"/>
                          <a:ea typeface="Palatino Linotype"/>
                          <a:cs typeface="Palatino Linotype"/>
                          <a:sym typeface="Palatino Linotype"/>
                        </a:rPr>
                        <a:t>Weak</a:t>
                      </a:r>
                      <a:endParaRPr sz="1800"/>
                    </a:p>
                  </a:txBody>
                  <a:tcPr marL="78226" marR="78226" marT="41427" marB="41427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200"/>
                        <a:buFont typeface="Palatino Linotype"/>
                        <a:buNone/>
                      </a:pPr>
                      <a:r>
                        <a:rPr lang="en-US" sz="2200" b="0" i="0" u="none" strike="noStrike" cap="none">
                          <a:solidFill>
                            <a:schemeClr val="dk1"/>
                          </a:solidFill>
                          <a:latin typeface="Palatino Linotype"/>
                          <a:ea typeface="Palatino Linotype"/>
                          <a:cs typeface="Palatino Linotype"/>
                          <a:sym typeface="Palatino Linotype"/>
                        </a:rPr>
                        <a:t>6/9</a:t>
                      </a:r>
                      <a:endParaRPr sz="1800"/>
                    </a:p>
                  </a:txBody>
                  <a:tcPr marL="78226" marR="78226" marT="41427" marB="4142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200"/>
                        <a:buFont typeface="Palatino Linotype"/>
                        <a:buNone/>
                      </a:pPr>
                      <a:r>
                        <a:rPr lang="en-US" sz="2200" b="0" i="0" u="none" strike="noStrike" cap="none" dirty="0">
                          <a:solidFill>
                            <a:schemeClr val="dk1"/>
                          </a:solidFill>
                          <a:latin typeface="Palatino Linotype"/>
                          <a:ea typeface="Palatino Linotype"/>
                          <a:cs typeface="Palatino Linotype"/>
                          <a:sym typeface="Palatino Linotype"/>
                        </a:rPr>
                        <a:t>2/5</a:t>
                      </a:r>
                      <a:endParaRPr sz="1800" dirty="0"/>
                    </a:p>
                  </a:txBody>
                  <a:tcPr marL="78226" marR="78226" marT="41427" marB="41427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0260" name="Google Shape;270;p36">
            <a:extLst>
              <a:ext uri="{FF2B5EF4-FFF2-40B4-BE49-F238E27FC236}">
                <a16:creationId xmlns="" xmlns:a16="http://schemas.microsoft.com/office/drawing/2014/main" id="{FD3E3787-942B-D059-635E-E18E1A652E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49975" y="1131442"/>
            <a:ext cx="2282825" cy="40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0125" tIns="40050" rIns="80125" bIns="40050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buClr>
                <a:srgbClr val="000000"/>
              </a:buClr>
              <a:buSzPts val="2100"/>
              <a:buFont typeface="Palatino Linotype" panose="02040502050505030304" pitchFamily="18" charset="0"/>
              <a:buNone/>
            </a:pPr>
            <a:r>
              <a:rPr lang="en-US" altLang="en-US" sz="2100" i="1" dirty="0">
                <a:solidFill>
                  <a:srgbClr val="000000"/>
                </a:solidFill>
                <a:latin typeface="Palatino Linotype" panose="02040502050505030304" pitchFamily="18" charset="0"/>
                <a:sym typeface="Palatino Linotype" panose="02040502050505030304" pitchFamily="18" charset="0"/>
              </a:rPr>
              <a:t>P</a:t>
            </a:r>
            <a:r>
              <a:rPr lang="en-US" altLang="en-US" sz="2100" dirty="0">
                <a:solidFill>
                  <a:srgbClr val="000000"/>
                </a:solidFill>
                <a:latin typeface="Palatino Linotype" panose="02040502050505030304" pitchFamily="18" charset="0"/>
                <a:sym typeface="Palatino Linotype" panose="02040502050505030304" pitchFamily="18" charset="0"/>
              </a:rPr>
              <a:t>(Play</a:t>
            </a:r>
            <a:r>
              <a:rPr lang="en-US" altLang="en-US" sz="2100" i="1" dirty="0">
                <a:solidFill>
                  <a:srgbClr val="000000"/>
                </a:solidFill>
                <a:latin typeface="Palatino Linotype" panose="02040502050505030304" pitchFamily="18" charset="0"/>
                <a:sym typeface="Palatino Linotype" panose="02040502050505030304" pitchFamily="18" charset="0"/>
              </a:rPr>
              <a:t>=Yes) = </a:t>
            </a:r>
            <a:r>
              <a:rPr lang="en-US" altLang="en-US" sz="2100" dirty="0">
                <a:solidFill>
                  <a:srgbClr val="000000"/>
                </a:solidFill>
                <a:latin typeface="Palatino Linotype" panose="02040502050505030304" pitchFamily="18" charset="0"/>
                <a:sym typeface="Palatino Linotype" panose="02040502050505030304" pitchFamily="18" charset="0"/>
              </a:rPr>
              <a:t>9/14</a:t>
            </a:r>
            <a:endParaRPr lang="en-US" altLang="en-US" dirty="0"/>
          </a:p>
        </p:txBody>
      </p:sp>
      <p:sp>
        <p:nvSpPr>
          <p:cNvPr id="50261" name="Google Shape;271;p36">
            <a:extLst>
              <a:ext uri="{FF2B5EF4-FFF2-40B4-BE49-F238E27FC236}">
                <a16:creationId xmlns="" xmlns:a16="http://schemas.microsoft.com/office/drawing/2014/main" id="{C0878D93-0719-FCF6-A53C-9A45DF4560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10299" y="1822004"/>
            <a:ext cx="2255838" cy="404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0125" tIns="40050" rIns="80125" bIns="40050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buClr>
                <a:srgbClr val="000000"/>
              </a:buClr>
              <a:buSzPts val="2100"/>
              <a:buFont typeface="Palatino Linotype" panose="02040502050505030304" pitchFamily="18" charset="0"/>
              <a:buNone/>
            </a:pPr>
            <a:r>
              <a:rPr lang="en-US" altLang="en-US" sz="2100" i="1" dirty="0">
                <a:solidFill>
                  <a:srgbClr val="000000"/>
                </a:solidFill>
                <a:latin typeface="Palatino Linotype" panose="02040502050505030304" pitchFamily="18" charset="0"/>
                <a:sym typeface="Palatino Linotype" panose="02040502050505030304" pitchFamily="18" charset="0"/>
              </a:rPr>
              <a:t>P</a:t>
            </a:r>
            <a:r>
              <a:rPr lang="en-US" altLang="en-US" sz="2100" dirty="0">
                <a:solidFill>
                  <a:srgbClr val="000000"/>
                </a:solidFill>
                <a:latin typeface="Palatino Linotype" panose="02040502050505030304" pitchFamily="18" charset="0"/>
                <a:sym typeface="Palatino Linotype" panose="02040502050505030304" pitchFamily="18" charset="0"/>
              </a:rPr>
              <a:t>(Play</a:t>
            </a:r>
            <a:r>
              <a:rPr lang="en-US" altLang="en-US" sz="2100" i="1" dirty="0">
                <a:solidFill>
                  <a:srgbClr val="000000"/>
                </a:solidFill>
                <a:latin typeface="Palatino Linotype" panose="02040502050505030304" pitchFamily="18" charset="0"/>
                <a:sym typeface="Palatino Linotype" panose="02040502050505030304" pitchFamily="18" charset="0"/>
              </a:rPr>
              <a:t>=No) = </a:t>
            </a:r>
            <a:r>
              <a:rPr lang="en-US" altLang="en-US" sz="2100" dirty="0">
                <a:solidFill>
                  <a:srgbClr val="000000"/>
                </a:solidFill>
                <a:latin typeface="Palatino Linotype" panose="02040502050505030304" pitchFamily="18" charset="0"/>
                <a:sym typeface="Palatino Linotype" panose="02040502050505030304" pitchFamily="18" charset="0"/>
              </a:rPr>
              <a:t>5/14</a:t>
            </a:r>
            <a:endParaRPr lang="en-US" altLang="en-US" dirty="0"/>
          </a:p>
        </p:txBody>
      </p:sp>
      <p:pic>
        <p:nvPicPr>
          <p:cNvPr id="50262" name="Google Shape;272;p36">
            <a:extLst>
              <a:ext uri="{FF2B5EF4-FFF2-40B4-BE49-F238E27FC236}">
                <a16:creationId xmlns="" xmlns:a16="http://schemas.microsoft.com/office/drawing/2014/main" id="{4544AE83-CC57-CE15-8054-61C601952C09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3801" y="-15081"/>
            <a:ext cx="3468687" cy="2798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50263" name="Google Shape;273;p36">
            <a:extLst>
              <a:ext uri="{FF2B5EF4-FFF2-40B4-BE49-F238E27FC236}">
                <a16:creationId xmlns="" xmlns:a16="http://schemas.microsoft.com/office/drawing/2014/main" id="{99900655-B78A-30C5-5A9B-BD5720C21C96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4805363" y="2855913"/>
            <a:ext cx="1141412" cy="571500"/>
          </a:xfrm>
          <a:prstGeom prst="straightConnector1">
            <a:avLst/>
          </a:prstGeom>
          <a:noFill/>
          <a:ln w="76200">
            <a:solidFill>
              <a:srgbClr val="00B0F0"/>
            </a:solidFill>
            <a:miter lim="800000"/>
            <a:headEnd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0264" name="Google Shape;274;p36">
            <a:extLst>
              <a:ext uri="{FF2B5EF4-FFF2-40B4-BE49-F238E27FC236}">
                <a16:creationId xmlns="" xmlns:a16="http://schemas.microsoft.com/office/drawing/2014/main" id="{68E54098-D51C-F853-0727-F7E6CD5A0E65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4772025" y="1601788"/>
            <a:ext cx="1377950" cy="696912"/>
          </a:xfrm>
          <a:prstGeom prst="straightConnector1">
            <a:avLst/>
          </a:prstGeom>
          <a:noFill/>
          <a:ln w="9525">
            <a:solidFill>
              <a:srgbClr val="00E4A7"/>
            </a:solidFill>
            <a:miter lim="800000"/>
            <a:headEnd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0265" name="Google Shape;275;p36">
            <a:extLst>
              <a:ext uri="{FF2B5EF4-FFF2-40B4-BE49-F238E27FC236}">
                <a16:creationId xmlns="" xmlns:a16="http://schemas.microsoft.com/office/drawing/2014/main" id="{27C81479-9233-0ADD-6139-C5C80B5F7224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4772025" y="2298700"/>
            <a:ext cx="1403350" cy="369888"/>
          </a:xfrm>
          <a:prstGeom prst="straightConnector1">
            <a:avLst/>
          </a:prstGeom>
          <a:noFill/>
          <a:ln w="9525">
            <a:solidFill>
              <a:srgbClr val="00E4A7"/>
            </a:solidFill>
            <a:miter lim="800000"/>
            <a:headEnd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50266" name="Google Shape;276;p36">
            <a:extLst>
              <a:ext uri="{FF2B5EF4-FFF2-40B4-BE49-F238E27FC236}">
                <a16:creationId xmlns="" xmlns:a16="http://schemas.microsoft.com/office/drawing/2014/main" id="{513B439C-9335-AF4F-F81D-29D6A5FE1E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30914" y="2384315"/>
            <a:ext cx="4484687" cy="6350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0125" tIns="40050" rIns="80125" bIns="40050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buClr>
                <a:srgbClr val="000000"/>
              </a:buClr>
              <a:buSzPts val="1800"/>
              <a:buFont typeface="Times New Roman" panose="02020603050405020304" pitchFamily="18" charset="0"/>
              <a:buNone/>
            </a:pPr>
            <a:r>
              <a:rPr lang="en-US" alt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We have four variables, we calculate for each we calculate the conditional probability table</a:t>
            </a:r>
            <a:endParaRPr lang="en-US" altLang="en-US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Google Shape;281;p37">
            <a:extLst>
              <a:ext uri="{FF2B5EF4-FFF2-40B4-BE49-F238E27FC236}">
                <a16:creationId xmlns="" xmlns:a16="http://schemas.microsoft.com/office/drawing/2014/main" id="{E32084E3-0DBF-9F14-E270-1F79F970A0F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24000" y="42863"/>
            <a:ext cx="9144000" cy="1143000"/>
          </a:xfr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rgbClr val="333399"/>
              </a:buClr>
              <a:buSzPts val="3600"/>
              <a:buFont typeface="Overlock"/>
              <a:buNone/>
            </a:pPr>
            <a:r>
              <a:rPr lang="en-US" altLang="en-US" sz="3600" dirty="0">
                <a:solidFill>
                  <a:srgbClr val="FF0000"/>
                </a:solidFill>
                <a:latin typeface="Times New Roman" panose="02020603050405020304" pitchFamily="18" charset="0"/>
                <a:ea typeface="Overlock"/>
                <a:cs typeface="Times New Roman" panose="02020603050405020304" pitchFamily="18" charset="0"/>
                <a:sym typeface="Overlock"/>
              </a:rPr>
              <a:t>The test phase for the tennis example	</a:t>
            </a:r>
            <a:endParaRPr lang="en-US" altLang="en-US" sz="36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2" name="Google Shape;282;p37">
            <a:extLst>
              <a:ext uri="{FF2B5EF4-FFF2-40B4-BE49-F238E27FC236}">
                <a16:creationId xmlns="" xmlns:a16="http://schemas.microsoft.com/office/drawing/2014/main" id="{AE52DF24-1406-EAC8-8278-2381FC28EBA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860551" y="1217614"/>
            <a:ext cx="8545513" cy="5114925"/>
          </a:xfr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66725" indent="-360045">
              <a:lnSpc>
                <a:spcPct val="110000"/>
              </a:lnSpc>
              <a:spcBef>
                <a:spcPts val="0"/>
              </a:spcBef>
              <a:buSzPts val="1680"/>
              <a:buNone/>
              <a:defRPr/>
            </a:pPr>
            <a:endParaRPr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66725" indent="-466725">
              <a:lnSpc>
                <a:spcPct val="110000"/>
              </a:lnSpc>
              <a:spcBef>
                <a:spcPts val="560"/>
              </a:spcBef>
              <a:buSzPts val="1680"/>
              <a:buNone/>
              <a:defRPr/>
            </a:pPr>
            <a:r>
              <a:rPr lang="en-US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</a:t>
            </a:r>
            <a:endParaRPr/>
          </a:p>
        </p:txBody>
      </p:sp>
      <p:sp>
        <p:nvSpPr>
          <p:cNvPr id="283" name="Google Shape;283;p37">
            <a:extLst>
              <a:ext uri="{FF2B5EF4-FFF2-40B4-BE49-F238E27FC236}">
                <a16:creationId xmlns="" xmlns:a16="http://schemas.microsoft.com/office/drawing/2014/main" id="{ADEB0918-1D65-E3F6-D0A5-06FD3BE9BADF}"/>
              </a:ext>
            </a:extLst>
          </p:cNvPr>
          <p:cNvSpPr txBox="1"/>
          <p:nvPr/>
        </p:nvSpPr>
        <p:spPr>
          <a:xfrm>
            <a:off x="622169" y="1079501"/>
            <a:ext cx="10680569" cy="5580063"/>
          </a:xfrm>
          <a:prstGeom prst="rect">
            <a:avLst/>
          </a:prstGeom>
          <a:noFill/>
          <a:ln>
            <a:noFill/>
          </a:ln>
        </p:spPr>
        <p:txBody>
          <a:bodyPr spcFirstLastPara="1" lIns="91400" tIns="45700" rIns="91400" bIns="45700"/>
          <a:lstStyle/>
          <a:p>
            <a:pPr marL="466725" indent="-466725">
              <a:lnSpc>
                <a:spcPct val="120000"/>
              </a:lnSpc>
              <a:buClr>
                <a:srgbClr val="FF0000"/>
              </a:buClr>
              <a:buSzPts val="2500"/>
              <a:buFont typeface="Tahoma"/>
              <a:buChar char="•"/>
              <a:defRPr/>
            </a:pPr>
            <a:r>
              <a:rPr lang="en-US" sz="2500" dirty="0">
                <a:solidFill>
                  <a:srgbClr val="FF0000"/>
                </a:solidFill>
                <a:latin typeface="Tahoma"/>
                <a:ea typeface="Tahoma"/>
                <a:cs typeface="Tahoma"/>
                <a:sym typeface="Tahoma"/>
              </a:rPr>
              <a:t>Test Phase</a:t>
            </a:r>
            <a:endParaRPr dirty="0"/>
          </a:p>
          <a:p>
            <a:pPr marL="857250" lvl="1" indent="-400050">
              <a:lnSpc>
                <a:spcPct val="90000"/>
              </a:lnSpc>
              <a:spcBef>
                <a:spcPts val="420"/>
              </a:spcBef>
              <a:buClr>
                <a:schemeClr val="dk1"/>
              </a:buClr>
              <a:buSzPts val="2100"/>
              <a:buFont typeface="Tahoma"/>
              <a:buChar char="–"/>
              <a:defRPr/>
            </a:pPr>
            <a:r>
              <a:rPr lang="en-US" sz="2100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Given a </a:t>
            </a:r>
            <a:r>
              <a:rPr lang="en-US" sz="2100" dirty="0">
                <a:solidFill>
                  <a:srgbClr val="00B0F0"/>
                </a:solidFill>
                <a:latin typeface="Tahoma"/>
                <a:ea typeface="Tahoma"/>
                <a:cs typeface="Tahoma"/>
                <a:sym typeface="Tahoma"/>
              </a:rPr>
              <a:t>new instance of variable values</a:t>
            </a:r>
            <a:r>
              <a:rPr lang="en-US" sz="2100" dirty="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, </a:t>
            </a:r>
            <a:endParaRPr dirty="0"/>
          </a:p>
          <a:p>
            <a:pPr marL="857250" lvl="1" indent="-400050">
              <a:lnSpc>
                <a:spcPct val="90000"/>
              </a:lnSpc>
              <a:spcBef>
                <a:spcPts val="420"/>
              </a:spcBef>
              <a:buClr>
                <a:schemeClr val="dk1"/>
              </a:buClr>
              <a:buSzPts val="2100"/>
              <a:defRPr/>
            </a:pPr>
            <a:r>
              <a:rPr lang="en-US" sz="2100" b="1" dirty="0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      </a:t>
            </a:r>
            <a:r>
              <a:rPr lang="en-US" sz="2100" b="1" dirty="0">
                <a:solidFill>
                  <a:schemeClr val="accent2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x</a:t>
            </a:r>
            <a:r>
              <a:rPr lang="en-US" dirty="0">
                <a:solidFill>
                  <a:schemeClr val="accent2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’=(Outlook=</a:t>
            </a:r>
            <a:r>
              <a:rPr lang="en-US" i="1" dirty="0">
                <a:solidFill>
                  <a:schemeClr val="accent2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Sunny, </a:t>
            </a:r>
            <a:r>
              <a:rPr lang="en-US" dirty="0">
                <a:solidFill>
                  <a:schemeClr val="accent2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Temperature=</a:t>
            </a:r>
            <a:r>
              <a:rPr lang="en-US" i="1" dirty="0">
                <a:solidFill>
                  <a:schemeClr val="accent2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Cool, </a:t>
            </a:r>
            <a:r>
              <a:rPr lang="en-US" dirty="0">
                <a:solidFill>
                  <a:schemeClr val="accent2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Humidity</a:t>
            </a:r>
            <a:r>
              <a:rPr lang="en-US" i="1" dirty="0">
                <a:solidFill>
                  <a:schemeClr val="accent2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=High, </a:t>
            </a:r>
            <a:r>
              <a:rPr lang="en-US" dirty="0">
                <a:solidFill>
                  <a:schemeClr val="accent2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Wind=</a:t>
            </a:r>
            <a:r>
              <a:rPr lang="en-US" i="1" dirty="0">
                <a:solidFill>
                  <a:schemeClr val="accent2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Strong</a:t>
            </a:r>
            <a:r>
              <a:rPr lang="en-US" dirty="0">
                <a:solidFill>
                  <a:schemeClr val="accent2"/>
                </a:solidFill>
                <a:latin typeface="Palatino Linotype"/>
                <a:ea typeface="Palatino Linotype"/>
                <a:cs typeface="Palatino Linotype"/>
                <a:sym typeface="Palatino Linotype"/>
              </a:rPr>
              <a:t>)</a:t>
            </a:r>
            <a:endParaRPr dirty="0"/>
          </a:p>
          <a:p>
            <a:pPr marL="857250" lvl="1" indent="-400050">
              <a:lnSpc>
                <a:spcPct val="90000"/>
              </a:lnSpc>
              <a:spcBef>
                <a:spcPts val="420"/>
              </a:spcBef>
              <a:buClr>
                <a:schemeClr val="dk2"/>
              </a:buClr>
              <a:buSzPts val="2100"/>
              <a:buFont typeface="Tahoma"/>
              <a:buChar char="–"/>
              <a:defRPr/>
            </a:pPr>
            <a:r>
              <a:rPr lang="en-US" sz="2100" dirty="0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Given calculated Look up tables</a:t>
            </a:r>
            <a:endParaRPr dirty="0"/>
          </a:p>
          <a:p>
            <a:pPr marL="857250" lvl="1" indent="-266700">
              <a:lnSpc>
                <a:spcPct val="90000"/>
              </a:lnSpc>
              <a:spcBef>
                <a:spcPts val="420"/>
              </a:spcBef>
              <a:buClr>
                <a:schemeClr val="dk1"/>
              </a:buClr>
              <a:buSzPts val="2100"/>
              <a:defRPr/>
            </a:pPr>
            <a:endParaRPr sz="2100" dirty="0">
              <a:solidFill>
                <a:schemeClr val="dk2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857250" lvl="1" indent="-266700">
              <a:lnSpc>
                <a:spcPct val="90000"/>
              </a:lnSpc>
              <a:spcBef>
                <a:spcPts val="420"/>
              </a:spcBef>
              <a:buClr>
                <a:schemeClr val="dk1"/>
              </a:buClr>
              <a:buSzPts val="2100"/>
              <a:defRPr/>
            </a:pPr>
            <a:endParaRPr sz="2100" dirty="0">
              <a:solidFill>
                <a:schemeClr val="dk2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857250" lvl="1" indent="-266700">
              <a:lnSpc>
                <a:spcPct val="90000"/>
              </a:lnSpc>
              <a:spcBef>
                <a:spcPts val="420"/>
              </a:spcBef>
              <a:buClr>
                <a:schemeClr val="dk1"/>
              </a:buClr>
              <a:buSzPts val="2100"/>
              <a:defRPr/>
            </a:pPr>
            <a:endParaRPr sz="2100" dirty="0">
              <a:solidFill>
                <a:schemeClr val="dk2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857250" lvl="1" indent="-266700">
              <a:lnSpc>
                <a:spcPct val="90000"/>
              </a:lnSpc>
              <a:spcBef>
                <a:spcPts val="420"/>
              </a:spcBef>
              <a:buClr>
                <a:schemeClr val="dk1"/>
              </a:buClr>
              <a:buSzPts val="2100"/>
              <a:defRPr/>
            </a:pPr>
            <a:endParaRPr sz="2100" dirty="0">
              <a:solidFill>
                <a:schemeClr val="dk2"/>
              </a:solidFill>
              <a:latin typeface="Tahoma"/>
              <a:ea typeface="Tahoma"/>
              <a:cs typeface="Tahoma"/>
              <a:sym typeface="Tahoma"/>
            </a:endParaRPr>
          </a:p>
          <a:p>
            <a:pPr>
              <a:defRPr/>
            </a:pPr>
            <a:endParaRPr sz="2100" dirty="0">
              <a:solidFill>
                <a:schemeClr val="dk2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52229" name="Google Shape;284;p37">
            <a:extLst>
              <a:ext uri="{FF2B5EF4-FFF2-40B4-BE49-F238E27FC236}">
                <a16:creationId xmlns="" xmlns:a16="http://schemas.microsoft.com/office/drawing/2014/main" id="{953208B0-FDAE-2CCC-2D31-2CC60581C2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1" y="2624138"/>
            <a:ext cx="3502025" cy="16827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0125" tIns="40050" rIns="80125" bIns="40050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lnSpc>
                <a:spcPct val="130000"/>
              </a:lnSpc>
              <a:buClr>
                <a:srgbClr val="000000"/>
              </a:buClr>
              <a:buSzPts val="1600"/>
              <a:buFont typeface="Palatino Linotype" panose="02040502050505030304" pitchFamily="18" charset="0"/>
              <a:buNone/>
            </a:pPr>
            <a:r>
              <a:rPr lang="en-US" altLang="en-US" sz="1600">
                <a:solidFill>
                  <a:srgbClr val="000000"/>
                </a:solidFill>
                <a:latin typeface="Palatino Linotype" panose="02040502050505030304" pitchFamily="18" charset="0"/>
                <a:sym typeface="Palatino Linotype" panose="02040502050505030304" pitchFamily="18" charset="0"/>
              </a:rPr>
              <a:t>P(Outlook=S</a:t>
            </a:r>
            <a:r>
              <a:rPr lang="en-US" altLang="en-US" sz="1600" i="1">
                <a:solidFill>
                  <a:srgbClr val="000000"/>
                </a:solidFill>
                <a:latin typeface="Palatino Linotype" panose="02040502050505030304" pitchFamily="18" charset="0"/>
                <a:sym typeface="Palatino Linotype" panose="02040502050505030304" pitchFamily="18" charset="0"/>
              </a:rPr>
              <a:t>unny</a:t>
            </a:r>
            <a:r>
              <a:rPr lang="en-US" altLang="en-US" sz="1600">
                <a:solidFill>
                  <a:srgbClr val="000000"/>
                </a:solidFill>
                <a:latin typeface="Palatino Linotype" panose="02040502050505030304" pitchFamily="18" charset="0"/>
                <a:sym typeface="Palatino Linotype" panose="02040502050505030304" pitchFamily="18" charset="0"/>
              </a:rPr>
              <a:t>|Play=</a:t>
            </a:r>
            <a:r>
              <a:rPr lang="en-US" altLang="en-US" sz="1600" b="1" i="1">
                <a:solidFill>
                  <a:srgbClr val="FF0000"/>
                </a:solidFill>
                <a:latin typeface="Palatino Linotype" panose="02040502050505030304" pitchFamily="18" charset="0"/>
                <a:sym typeface="Palatino Linotype" panose="02040502050505030304" pitchFamily="18" charset="0"/>
              </a:rPr>
              <a:t>No</a:t>
            </a:r>
            <a:r>
              <a:rPr lang="en-US" altLang="en-US" sz="1600">
                <a:solidFill>
                  <a:srgbClr val="000000"/>
                </a:solidFill>
                <a:latin typeface="Palatino Linotype" panose="02040502050505030304" pitchFamily="18" charset="0"/>
                <a:sym typeface="Palatino Linotype" panose="02040502050505030304" pitchFamily="18" charset="0"/>
              </a:rPr>
              <a:t>) = 3/5</a:t>
            </a:r>
            <a:endParaRPr lang="en-US" altLang="en-US"/>
          </a:p>
          <a:p>
            <a:pPr>
              <a:lnSpc>
                <a:spcPct val="130000"/>
              </a:lnSpc>
              <a:buClr>
                <a:srgbClr val="000000"/>
              </a:buClr>
              <a:buSzPts val="1600"/>
              <a:buFont typeface="Palatino Linotype" panose="02040502050505030304" pitchFamily="18" charset="0"/>
              <a:buNone/>
            </a:pPr>
            <a:r>
              <a:rPr lang="en-US" altLang="en-US" sz="1600">
                <a:solidFill>
                  <a:srgbClr val="000000"/>
                </a:solidFill>
                <a:latin typeface="Palatino Linotype" panose="02040502050505030304" pitchFamily="18" charset="0"/>
                <a:sym typeface="Palatino Linotype" panose="02040502050505030304" pitchFamily="18" charset="0"/>
              </a:rPr>
              <a:t>P(Temperature=</a:t>
            </a:r>
            <a:r>
              <a:rPr lang="en-US" altLang="en-US" sz="1600" i="1">
                <a:solidFill>
                  <a:srgbClr val="000000"/>
                </a:solidFill>
                <a:latin typeface="Palatino Linotype" panose="02040502050505030304" pitchFamily="18" charset="0"/>
                <a:sym typeface="Palatino Linotype" panose="02040502050505030304" pitchFamily="18" charset="0"/>
              </a:rPr>
              <a:t>Cool</a:t>
            </a:r>
            <a:r>
              <a:rPr lang="en-US" altLang="en-US" sz="1600">
                <a:solidFill>
                  <a:srgbClr val="000000"/>
                </a:solidFill>
                <a:latin typeface="Palatino Linotype" panose="02040502050505030304" pitchFamily="18" charset="0"/>
                <a:sym typeface="Palatino Linotype" panose="02040502050505030304" pitchFamily="18" charset="0"/>
              </a:rPr>
              <a:t>|Play=</a:t>
            </a:r>
            <a:r>
              <a:rPr lang="en-US" altLang="en-US" sz="1600" i="1">
                <a:solidFill>
                  <a:srgbClr val="000000"/>
                </a:solidFill>
                <a:latin typeface="Palatino Linotype" panose="02040502050505030304" pitchFamily="18" charset="0"/>
                <a:sym typeface="Palatino Linotype" panose="02040502050505030304" pitchFamily="18" charset="0"/>
              </a:rPr>
              <a:t>=No</a:t>
            </a:r>
            <a:r>
              <a:rPr lang="en-US" altLang="en-US" sz="1600">
                <a:solidFill>
                  <a:srgbClr val="000000"/>
                </a:solidFill>
                <a:latin typeface="Palatino Linotype" panose="02040502050505030304" pitchFamily="18" charset="0"/>
                <a:sym typeface="Palatino Linotype" panose="02040502050505030304" pitchFamily="18" charset="0"/>
              </a:rPr>
              <a:t>) = 1/5</a:t>
            </a:r>
            <a:endParaRPr lang="en-US" altLang="en-US"/>
          </a:p>
          <a:p>
            <a:pPr>
              <a:lnSpc>
                <a:spcPct val="130000"/>
              </a:lnSpc>
              <a:buClr>
                <a:srgbClr val="000000"/>
              </a:buClr>
              <a:buSzPts val="1600"/>
              <a:buFont typeface="Palatino Linotype" panose="02040502050505030304" pitchFamily="18" charset="0"/>
              <a:buNone/>
            </a:pPr>
            <a:r>
              <a:rPr lang="en-US" altLang="en-US" sz="1600">
                <a:solidFill>
                  <a:srgbClr val="000000"/>
                </a:solidFill>
                <a:latin typeface="Palatino Linotype" panose="02040502050505030304" pitchFamily="18" charset="0"/>
                <a:sym typeface="Palatino Linotype" panose="02040502050505030304" pitchFamily="18" charset="0"/>
              </a:rPr>
              <a:t>P(Huminity=</a:t>
            </a:r>
            <a:r>
              <a:rPr lang="en-US" altLang="en-US" sz="1600" i="1">
                <a:solidFill>
                  <a:srgbClr val="000000"/>
                </a:solidFill>
                <a:latin typeface="Palatino Linotype" panose="02040502050505030304" pitchFamily="18" charset="0"/>
                <a:sym typeface="Palatino Linotype" panose="02040502050505030304" pitchFamily="18" charset="0"/>
              </a:rPr>
              <a:t>High</a:t>
            </a:r>
            <a:r>
              <a:rPr lang="en-US" altLang="en-US" sz="1600">
                <a:solidFill>
                  <a:srgbClr val="000000"/>
                </a:solidFill>
                <a:latin typeface="Palatino Linotype" panose="02040502050505030304" pitchFamily="18" charset="0"/>
                <a:sym typeface="Palatino Linotype" panose="02040502050505030304" pitchFamily="18" charset="0"/>
              </a:rPr>
              <a:t>|Play=</a:t>
            </a:r>
            <a:r>
              <a:rPr lang="en-US" altLang="en-US" sz="1600" i="1">
                <a:solidFill>
                  <a:srgbClr val="000000"/>
                </a:solidFill>
                <a:latin typeface="Palatino Linotype" panose="02040502050505030304" pitchFamily="18" charset="0"/>
                <a:sym typeface="Palatino Linotype" panose="02040502050505030304" pitchFamily="18" charset="0"/>
              </a:rPr>
              <a:t>No</a:t>
            </a:r>
            <a:r>
              <a:rPr lang="en-US" altLang="en-US" sz="1600">
                <a:solidFill>
                  <a:srgbClr val="000000"/>
                </a:solidFill>
                <a:latin typeface="Palatino Linotype" panose="02040502050505030304" pitchFamily="18" charset="0"/>
                <a:sym typeface="Palatino Linotype" panose="02040502050505030304" pitchFamily="18" charset="0"/>
              </a:rPr>
              <a:t>) = 4/5</a:t>
            </a:r>
            <a:endParaRPr lang="en-US" altLang="en-US"/>
          </a:p>
          <a:p>
            <a:pPr>
              <a:lnSpc>
                <a:spcPct val="130000"/>
              </a:lnSpc>
              <a:buClr>
                <a:srgbClr val="000000"/>
              </a:buClr>
              <a:buSzPts val="1600"/>
              <a:buFont typeface="Palatino Linotype" panose="02040502050505030304" pitchFamily="18" charset="0"/>
              <a:buNone/>
            </a:pPr>
            <a:r>
              <a:rPr lang="en-US" altLang="en-US" sz="1600">
                <a:solidFill>
                  <a:srgbClr val="000000"/>
                </a:solidFill>
                <a:latin typeface="Palatino Linotype" panose="02040502050505030304" pitchFamily="18" charset="0"/>
                <a:sym typeface="Palatino Linotype" panose="02040502050505030304" pitchFamily="18" charset="0"/>
              </a:rPr>
              <a:t>P(Wind=</a:t>
            </a:r>
            <a:r>
              <a:rPr lang="en-US" altLang="en-US" sz="1600" i="1">
                <a:solidFill>
                  <a:srgbClr val="000000"/>
                </a:solidFill>
                <a:latin typeface="Palatino Linotype" panose="02040502050505030304" pitchFamily="18" charset="0"/>
                <a:sym typeface="Palatino Linotype" panose="02040502050505030304" pitchFamily="18" charset="0"/>
              </a:rPr>
              <a:t>Strong</a:t>
            </a:r>
            <a:r>
              <a:rPr lang="en-US" altLang="en-US" sz="1600">
                <a:solidFill>
                  <a:srgbClr val="000000"/>
                </a:solidFill>
                <a:latin typeface="Palatino Linotype" panose="02040502050505030304" pitchFamily="18" charset="0"/>
                <a:sym typeface="Palatino Linotype" panose="02040502050505030304" pitchFamily="18" charset="0"/>
              </a:rPr>
              <a:t>|Play=</a:t>
            </a:r>
            <a:r>
              <a:rPr lang="en-US" altLang="en-US" sz="1600" i="1">
                <a:solidFill>
                  <a:srgbClr val="000000"/>
                </a:solidFill>
                <a:latin typeface="Palatino Linotype" panose="02040502050505030304" pitchFamily="18" charset="0"/>
                <a:sym typeface="Palatino Linotype" panose="02040502050505030304" pitchFamily="18" charset="0"/>
              </a:rPr>
              <a:t>No</a:t>
            </a:r>
            <a:r>
              <a:rPr lang="en-US" altLang="en-US" sz="1600">
                <a:solidFill>
                  <a:srgbClr val="000000"/>
                </a:solidFill>
                <a:latin typeface="Palatino Linotype" panose="02040502050505030304" pitchFamily="18" charset="0"/>
                <a:sym typeface="Palatino Linotype" panose="02040502050505030304" pitchFamily="18" charset="0"/>
              </a:rPr>
              <a:t>) = 3/5</a:t>
            </a:r>
            <a:endParaRPr lang="en-US" altLang="en-US"/>
          </a:p>
          <a:p>
            <a:pPr>
              <a:lnSpc>
                <a:spcPct val="130000"/>
              </a:lnSpc>
              <a:buClr>
                <a:srgbClr val="000000"/>
              </a:buClr>
              <a:buSzPts val="1600"/>
              <a:buFont typeface="Palatino Linotype" panose="02040502050505030304" pitchFamily="18" charset="0"/>
              <a:buNone/>
            </a:pPr>
            <a:r>
              <a:rPr lang="en-US" altLang="en-US" sz="1600">
                <a:solidFill>
                  <a:srgbClr val="000000"/>
                </a:solidFill>
                <a:latin typeface="Palatino Linotype" panose="02040502050505030304" pitchFamily="18" charset="0"/>
                <a:sym typeface="Palatino Linotype" panose="02040502050505030304" pitchFamily="18" charset="0"/>
              </a:rPr>
              <a:t>P(Play=</a:t>
            </a:r>
            <a:r>
              <a:rPr lang="en-US" altLang="en-US" sz="1600" i="1">
                <a:solidFill>
                  <a:srgbClr val="000000"/>
                </a:solidFill>
                <a:latin typeface="Palatino Linotype" panose="02040502050505030304" pitchFamily="18" charset="0"/>
                <a:sym typeface="Palatino Linotype" panose="02040502050505030304" pitchFamily="18" charset="0"/>
              </a:rPr>
              <a:t>No</a:t>
            </a:r>
            <a:r>
              <a:rPr lang="en-US" altLang="en-US" sz="1600">
                <a:solidFill>
                  <a:srgbClr val="000000"/>
                </a:solidFill>
                <a:latin typeface="Palatino Linotype" panose="02040502050505030304" pitchFamily="18" charset="0"/>
                <a:sym typeface="Palatino Linotype" panose="02040502050505030304" pitchFamily="18" charset="0"/>
              </a:rPr>
              <a:t>) = 5/14</a:t>
            </a:r>
            <a:endParaRPr lang="en-US" altLang="en-US"/>
          </a:p>
        </p:txBody>
      </p:sp>
      <p:sp>
        <p:nvSpPr>
          <p:cNvPr id="52230" name="Google Shape;285;p37">
            <a:extLst>
              <a:ext uri="{FF2B5EF4-FFF2-40B4-BE49-F238E27FC236}">
                <a16:creationId xmlns="" xmlns:a16="http://schemas.microsoft.com/office/drawing/2014/main" id="{6FCC30C9-0057-F5E5-BF93-8D0E52E0D5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08276" y="2670176"/>
            <a:ext cx="3421063" cy="1681163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0125" tIns="40050" rIns="80125" bIns="40050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lnSpc>
                <a:spcPct val="130000"/>
              </a:lnSpc>
              <a:buClr>
                <a:srgbClr val="000000"/>
              </a:buClr>
              <a:buSzPts val="1600"/>
              <a:buFont typeface="Palatino Linotype" panose="02040502050505030304" pitchFamily="18" charset="0"/>
              <a:buNone/>
            </a:pPr>
            <a:r>
              <a:rPr lang="en-US" altLang="en-US" sz="1600">
                <a:solidFill>
                  <a:srgbClr val="000000"/>
                </a:solidFill>
                <a:latin typeface="Palatino Linotype" panose="02040502050505030304" pitchFamily="18" charset="0"/>
                <a:sym typeface="Palatino Linotype" panose="02040502050505030304" pitchFamily="18" charset="0"/>
              </a:rPr>
              <a:t>P(Outlook=</a:t>
            </a:r>
            <a:r>
              <a:rPr lang="en-US" altLang="en-US" sz="1600" i="1">
                <a:solidFill>
                  <a:srgbClr val="000000"/>
                </a:solidFill>
                <a:latin typeface="Palatino Linotype" panose="02040502050505030304" pitchFamily="18" charset="0"/>
                <a:sym typeface="Palatino Linotype" panose="02040502050505030304" pitchFamily="18" charset="0"/>
              </a:rPr>
              <a:t>Sunny</a:t>
            </a:r>
            <a:r>
              <a:rPr lang="en-US" altLang="en-US" sz="1600">
                <a:solidFill>
                  <a:srgbClr val="000000"/>
                </a:solidFill>
                <a:latin typeface="Palatino Linotype" panose="02040502050505030304" pitchFamily="18" charset="0"/>
                <a:sym typeface="Palatino Linotype" panose="02040502050505030304" pitchFamily="18" charset="0"/>
              </a:rPr>
              <a:t>|Play=</a:t>
            </a:r>
            <a:r>
              <a:rPr lang="en-US" altLang="en-US" sz="1600" b="1" i="1">
                <a:solidFill>
                  <a:srgbClr val="FF0000"/>
                </a:solidFill>
                <a:latin typeface="Palatino Linotype" panose="02040502050505030304" pitchFamily="18" charset="0"/>
                <a:sym typeface="Palatino Linotype" panose="02040502050505030304" pitchFamily="18" charset="0"/>
              </a:rPr>
              <a:t>Yes</a:t>
            </a:r>
            <a:r>
              <a:rPr lang="en-US" altLang="en-US" sz="1600">
                <a:solidFill>
                  <a:srgbClr val="000000"/>
                </a:solidFill>
                <a:latin typeface="Palatino Linotype" panose="02040502050505030304" pitchFamily="18" charset="0"/>
                <a:sym typeface="Palatino Linotype" panose="02040502050505030304" pitchFamily="18" charset="0"/>
              </a:rPr>
              <a:t>) = 2/9</a:t>
            </a:r>
            <a:endParaRPr lang="en-US" altLang="en-US"/>
          </a:p>
          <a:p>
            <a:pPr>
              <a:lnSpc>
                <a:spcPct val="130000"/>
              </a:lnSpc>
              <a:buClr>
                <a:srgbClr val="000000"/>
              </a:buClr>
              <a:buSzPts val="1600"/>
              <a:buFont typeface="Palatino Linotype" panose="02040502050505030304" pitchFamily="18" charset="0"/>
              <a:buNone/>
            </a:pPr>
            <a:r>
              <a:rPr lang="en-US" altLang="en-US" sz="1600">
                <a:solidFill>
                  <a:srgbClr val="000000"/>
                </a:solidFill>
                <a:latin typeface="Palatino Linotype" panose="02040502050505030304" pitchFamily="18" charset="0"/>
                <a:sym typeface="Palatino Linotype" panose="02040502050505030304" pitchFamily="18" charset="0"/>
              </a:rPr>
              <a:t>P(Temperature=</a:t>
            </a:r>
            <a:r>
              <a:rPr lang="en-US" altLang="en-US" sz="1600" i="1">
                <a:solidFill>
                  <a:srgbClr val="000000"/>
                </a:solidFill>
                <a:latin typeface="Palatino Linotype" panose="02040502050505030304" pitchFamily="18" charset="0"/>
                <a:sym typeface="Palatino Linotype" panose="02040502050505030304" pitchFamily="18" charset="0"/>
              </a:rPr>
              <a:t>Cool</a:t>
            </a:r>
            <a:r>
              <a:rPr lang="en-US" altLang="en-US" sz="1600">
                <a:solidFill>
                  <a:srgbClr val="000000"/>
                </a:solidFill>
                <a:latin typeface="Palatino Linotype" panose="02040502050505030304" pitchFamily="18" charset="0"/>
                <a:sym typeface="Palatino Linotype" panose="02040502050505030304" pitchFamily="18" charset="0"/>
              </a:rPr>
              <a:t>|Play=</a:t>
            </a:r>
            <a:r>
              <a:rPr lang="en-US" altLang="en-US" sz="1600" i="1">
                <a:solidFill>
                  <a:srgbClr val="000000"/>
                </a:solidFill>
                <a:latin typeface="Palatino Linotype" panose="02040502050505030304" pitchFamily="18" charset="0"/>
                <a:sym typeface="Palatino Linotype" panose="02040502050505030304" pitchFamily="18" charset="0"/>
              </a:rPr>
              <a:t>Yes</a:t>
            </a:r>
            <a:r>
              <a:rPr lang="en-US" altLang="en-US" sz="1600">
                <a:solidFill>
                  <a:srgbClr val="000000"/>
                </a:solidFill>
                <a:latin typeface="Palatino Linotype" panose="02040502050505030304" pitchFamily="18" charset="0"/>
                <a:sym typeface="Palatino Linotype" panose="02040502050505030304" pitchFamily="18" charset="0"/>
              </a:rPr>
              <a:t>) = 3/9</a:t>
            </a:r>
            <a:endParaRPr lang="en-US" altLang="en-US"/>
          </a:p>
          <a:p>
            <a:pPr>
              <a:lnSpc>
                <a:spcPct val="130000"/>
              </a:lnSpc>
              <a:buClr>
                <a:srgbClr val="000000"/>
              </a:buClr>
              <a:buSzPts val="1600"/>
              <a:buFont typeface="Palatino Linotype" panose="02040502050505030304" pitchFamily="18" charset="0"/>
              <a:buNone/>
            </a:pPr>
            <a:r>
              <a:rPr lang="en-US" altLang="en-US" sz="1600">
                <a:solidFill>
                  <a:srgbClr val="000000"/>
                </a:solidFill>
                <a:latin typeface="Palatino Linotype" panose="02040502050505030304" pitchFamily="18" charset="0"/>
                <a:sym typeface="Palatino Linotype" panose="02040502050505030304" pitchFamily="18" charset="0"/>
              </a:rPr>
              <a:t>P(Huminity=</a:t>
            </a:r>
            <a:r>
              <a:rPr lang="en-US" altLang="en-US" sz="1600" i="1">
                <a:solidFill>
                  <a:srgbClr val="000000"/>
                </a:solidFill>
                <a:latin typeface="Palatino Linotype" panose="02040502050505030304" pitchFamily="18" charset="0"/>
                <a:sym typeface="Palatino Linotype" panose="02040502050505030304" pitchFamily="18" charset="0"/>
              </a:rPr>
              <a:t>High</a:t>
            </a:r>
            <a:r>
              <a:rPr lang="en-US" altLang="en-US" sz="1600">
                <a:solidFill>
                  <a:srgbClr val="000000"/>
                </a:solidFill>
                <a:latin typeface="Palatino Linotype" panose="02040502050505030304" pitchFamily="18" charset="0"/>
                <a:sym typeface="Palatino Linotype" panose="02040502050505030304" pitchFamily="18" charset="0"/>
              </a:rPr>
              <a:t>|Play=</a:t>
            </a:r>
            <a:r>
              <a:rPr lang="en-US" altLang="en-US" sz="1600" i="1">
                <a:solidFill>
                  <a:srgbClr val="000000"/>
                </a:solidFill>
                <a:latin typeface="Palatino Linotype" panose="02040502050505030304" pitchFamily="18" charset="0"/>
                <a:sym typeface="Palatino Linotype" panose="02040502050505030304" pitchFamily="18" charset="0"/>
              </a:rPr>
              <a:t>Yes</a:t>
            </a:r>
            <a:r>
              <a:rPr lang="en-US" altLang="en-US" sz="1600">
                <a:solidFill>
                  <a:srgbClr val="000000"/>
                </a:solidFill>
                <a:latin typeface="Palatino Linotype" panose="02040502050505030304" pitchFamily="18" charset="0"/>
                <a:sym typeface="Palatino Linotype" panose="02040502050505030304" pitchFamily="18" charset="0"/>
              </a:rPr>
              <a:t>) = 3/9</a:t>
            </a:r>
            <a:endParaRPr lang="en-US" altLang="en-US"/>
          </a:p>
          <a:p>
            <a:pPr>
              <a:lnSpc>
                <a:spcPct val="130000"/>
              </a:lnSpc>
              <a:buClr>
                <a:srgbClr val="000000"/>
              </a:buClr>
              <a:buSzPts val="1600"/>
              <a:buFont typeface="Palatino Linotype" panose="02040502050505030304" pitchFamily="18" charset="0"/>
              <a:buNone/>
            </a:pPr>
            <a:r>
              <a:rPr lang="en-US" altLang="en-US" sz="1600">
                <a:solidFill>
                  <a:srgbClr val="000000"/>
                </a:solidFill>
                <a:latin typeface="Palatino Linotype" panose="02040502050505030304" pitchFamily="18" charset="0"/>
                <a:sym typeface="Palatino Linotype" panose="02040502050505030304" pitchFamily="18" charset="0"/>
              </a:rPr>
              <a:t>P(Wind=</a:t>
            </a:r>
            <a:r>
              <a:rPr lang="en-US" altLang="en-US" sz="1600" i="1">
                <a:solidFill>
                  <a:srgbClr val="000000"/>
                </a:solidFill>
                <a:latin typeface="Palatino Linotype" panose="02040502050505030304" pitchFamily="18" charset="0"/>
                <a:sym typeface="Palatino Linotype" panose="02040502050505030304" pitchFamily="18" charset="0"/>
              </a:rPr>
              <a:t>Strong</a:t>
            </a:r>
            <a:r>
              <a:rPr lang="en-US" altLang="en-US" sz="1600">
                <a:solidFill>
                  <a:srgbClr val="000000"/>
                </a:solidFill>
                <a:latin typeface="Palatino Linotype" panose="02040502050505030304" pitchFamily="18" charset="0"/>
                <a:sym typeface="Palatino Linotype" panose="02040502050505030304" pitchFamily="18" charset="0"/>
              </a:rPr>
              <a:t>|Play=</a:t>
            </a:r>
            <a:r>
              <a:rPr lang="en-US" altLang="en-US" sz="1600" i="1">
                <a:solidFill>
                  <a:srgbClr val="000000"/>
                </a:solidFill>
                <a:latin typeface="Palatino Linotype" panose="02040502050505030304" pitchFamily="18" charset="0"/>
                <a:sym typeface="Palatino Linotype" panose="02040502050505030304" pitchFamily="18" charset="0"/>
              </a:rPr>
              <a:t>Yes</a:t>
            </a:r>
            <a:r>
              <a:rPr lang="en-US" altLang="en-US" sz="1600">
                <a:solidFill>
                  <a:srgbClr val="000000"/>
                </a:solidFill>
                <a:latin typeface="Palatino Linotype" panose="02040502050505030304" pitchFamily="18" charset="0"/>
                <a:sym typeface="Palatino Linotype" panose="02040502050505030304" pitchFamily="18" charset="0"/>
              </a:rPr>
              <a:t>) = 3/9</a:t>
            </a:r>
            <a:endParaRPr lang="en-US" altLang="en-US"/>
          </a:p>
          <a:p>
            <a:pPr>
              <a:lnSpc>
                <a:spcPct val="130000"/>
              </a:lnSpc>
              <a:buClr>
                <a:srgbClr val="000000"/>
              </a:buClr>
              <a:buSzPts val="1600"/>
              <a:buFont typeface="Palatino Linotype" panose="02040502050505030304" pitchFamily="18" charset="0"/>
              <a:buNone/>
            </a:pPr>
            <a:r>
              <a:rPr lang="en-US" altLang="en-US" sz="1600">
                <a:solidFill>
                  <a:srgbClr val="000000"/>
                </a:solidFill>
                <a:latin typeface="Palatino Linotype" panose="02040502050505030304" pitchFamily="18" charset="0"/>
                <a:sym typeface="Palatino Linotype" panose="02040502050505030304" pitchFamily="18" charset="0"/>
              </a:rPr>
              <a:t>P(Play=</a:t>
            </a:r>
            <a:r>
              <a:rPr lang="en-US" altLang="en-US" sz="1600" i="1">
                <a:solidFill>
                  <a:srgbClr val="000000"/>
                </a:solidFill>
                <a:latin typeface="Palatino Linotype" panose="02040502050505030304" pitchFamily="18" charset="0"/>
                <a:sym typeface="Palatino Linotype" panose="02040502050505030304" pitchFamily="18" charset="0"/>
              </a:rPr>
              <a:t>Yes</a:t>
            </a:r>
            <a:r>
              <a:rPr lang="en-US" altLang="en-US" sz="1600">
                <a:solidFill>
                  <a:srgbClr val="000000"/>
                </a:solidFill>
                <a:latin typeface="Palatino Linotype" panose="02040502050505030304" pitchFamily="18" charset="0"/>
                <a:sym typeface="Palatino Linotype" panose="02040502050505030304" pitchFamily="18" charset="0"/>
              </a:rPr>
              <a:t>) = 9/14</a:t>
            </a:r>
            <a:endParaRPr lang="en-US" altLang="en-US"/>
          </a:p>
        </p:txBody>
      </p:sp>
      <p:sp>
        <p:nvSpPr>
          <p:cNvPr id="52231" name="Google Shape;286;p37">
            <a:extLst>
              <a:ext uri="{FF2B5EF4-FFF2-40B4-BE49-F238E27FC236}">
                <a16:creationId xmlns="" xmlns:a16="http://schemas.microsoft.com/office/drawing/2014/main" id="{47450FF5-6668-1D3B-0220-C0AE96DBB7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28800" y="4572001"/>
            <a:ext cx="8535988" cy="2022475"/>
          </a:xfrm>
          <a:prstGeom prst="rect">
            <a:avLst/>
          </a:prstGeom>
          <a:solidFill>
            <a:srgbClr val="C7FFF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0125" tIns="40050" rIns="80125" bIns="40050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lnSpc>
                <a:spcPct val="130000"/>
              </a:lnSpc>
              <a:buClr>
                <a:schemeClr val="accent2"/>
              </a:buClr>
              <a:buSzPts val="1800"/>
              <a:buFont typeface="Palatino Linotype" panose="02040502050505030304" pitchFamily="18" charset="0"/>
              <a:buNone/>
            </a:pPr>
            <a:r>
              <a:rPr lang="en-US" altLang="en-US">
                <a:solidFill>
                  <a:schemeClr val="accent2"/>
                </a:solidFill>
                <a:latin typeface="Palatino Linotype" panose="02040502050505030304" pitchFamily="18" charset="0"/>
                <a:sym typeface="Palatino Linotype" panose="02040502050505030304" pitchFamily="18" charset="0"/>
              </a:rPr>
              <a:t>P(</a:t>
            </a:r>
            <a:r>
              <a:rPr lang="en-US" altLang="en-US" i="1">
                <a:solidFill>
                  <a:schemeClr val="accent2"/>
                </a:solidFill>
                <a:latin typeface="Palatino Linotype" panose="02040502050505030304" pitchFamily="18" charset="0"/>
                <a:sym typeface="Palatino Linotype" panose="02040502050505030304" pitchFamily="18" charset="0"/>
              </a:rPr>
              <a:t>Yes</a:t>
            </a:r>
            <a:r>
              <a:rPr lang="en-US" altLang="en-US">
                <a:solidFill>
                  <a:schemeClr val="accent2"/>
                </a:solidFill>
                <a:latin typeface="Palatino Linotype" panose="02040502050505030304" pitchFamily="18" charset="0"/>
                <a:sym typeface="Palatino Linotype" panose="02040502050505030304" pitchFamily="18" charset="0"/>
              </a:rPr>
              <a:t>|</a:t>
            </a:r>
            <a:r>
              <a:rPr lang="en-US" altLang="en-US" sz="2100" b="1">
                <a:solidFill>
                  <a:schemeClr val="accent2"/>
                </a:solidFill>
                <a:latin typeface="Palatino Linotype" panose="02040502050505030304" pitchFamily="18" charset="0"/>
                <a:sym typeface="Palatino Linotype" panose="02040502050505030304" pitchFamily="18" charset="0"/>
              </a:rPr>
              <a:t>x</a:t>
            </a:r>
            <a:r>
              <a:rPr lang="en-US" altLang="en-US">
                <a:solidFill>
                  <a:schemeClr val="accent2"/>
                </a:solidFill>
                <a:latin typeface="Palatino Linotype" panose="02040502050505030304" pitchFamily="18" charset="0"/>
                <a:sym typeface="Palatino Linotype" panose="02040502050505030304" pitchFamily="18" charset="0"/>
              </a:rPr>
              <a:t>’):</a:t>
            </a:r>
            <a:r>
              <a:rPr lang="en-US" altLang="en-US">
                <a:solidFill>
                  <a:srgbClr val="000000"/>
                </a:solidFill>
                <a:latin typeface="Palatino Linotype" panose="02040502050505030304" pitchFamily="18" charset="0"/>
                <a:sym typeface="Palatino Linotype" panose="02040502050505030304" pitchFamily="18" charset="0"/>
              </a:rPr>
              <a:t> [P(</a:t>
            </a:r>
            <a:r>
              <a:rPr lang="en-US" altLang="en-US" i="1">
                <a:solidFill>
                  <a:srgbClr val="000000"/>
                </a:solidFill>
                <a:latin typeface="Palatino Linotype" panose="02040502050505030304" pitchFamily="18" charset="0"/>
                <a:sym typeface="Palatino Linotype" panose="02040502050505030304" pitchFamily="18" charset="0"/>
              </a:rPr>
              <a:t>Sunny</a:t>
            </a:r>
            <a:r>
              <a:rPr lang="en-US" altLang="en-US">
                <a:solidFill>
                  <a:srgbClr val="000000"/>
                </a:solidFill>
                <a:latin typeface="Palatino Linotype" panose="02040502050505030304" pitchFamily="18" charset="0"/>
                <a:sym typeface="Palatino Linotype" panose="02040502050505030304" pitchFamily="18" charset="0"/>
              </a:rPr>
              <a:t>|Y</a:t>
            </a:r>
            <a:r>
              <a:rPr lang="en-US" altLang="en-US" i="1">
                <a:solidFill>
                  <a:srgbClr val="000000"/>
                </a:solidFill>
                <a:latin typeface="Palatino Linotype" panose="02040502050505030304" pitchFamily="18" charset="0"/>
                <a:sym typeface="Palatino Linotype" panose="02040502050505030304" pitchFamily="18" charset="0"/>
              </a:rPr>
              <a:t>es</a:t>
            </a:r>
            <a:r>
              <a:rPr lang="en-US" altLang="en-US">
                <a:solidFill>
                  <a:srgbClr val="000000"/>
                </a:solidFill>
                <a:latin typeface="Palatino Linotype" panose="02040502050505030304" pitchFamily="18" charset="0"/>
                <a:sym typeface="Palatino Linotype" panose="02040502050505030304" pitchFamily="18" charset="0"/>
              </a:rPr>
              <a:t>)P(</a:t>
            </a:r>
            <a:r>
              <a:rPr lang="en-US" altLang="en-US" i="1">
                <a:solidFill>
                  <a:srgbClr val="000000"/>
                </a:solidFill>
                <a:latin typeface="Palatino Linotype" panose="02040502050505030304" pitchFamily="18" charset="0"/>
                <a:sym typeface="Palatino Linotype" panose="02040502050505030304" pitchFamily="18" charset="0"/>
              </a:rPr>
              <a:t>Cool</a:t>
            </a:r>
            <a:r>
              <a:rPr lang="en-US" altLang="en-US">
                <a:solidFill>
                  <a:srgbClr val="000000"/>
                </a:solidFill>
                <a:latin typeface="Palatino Linotype" panose="02040502050505030304" pitchFamily="18" charset="0"/>
                <a:sym typeface="Palatino Linotype" panose="02040502050505030304" pitchFamily="18" charset="0"/>
              </a:rPr>
              <a:t>|</a:t>
            </a:r>
            <a:r>
              <a:rPr lang="en-US" altLang="en-US" i="1">
                <a:solidFill>
                  <a:srgbClr val="000000"/>
                </a:solidFill>
                <a:latin typeface="Palatino Linotype" panose="02040502050505030304" pitchFamily="18" charset="0"/>
                <a:sym typeface="Palatino Linotype" panose="02040502050505030304" pitchFamily="18" charset="0"/>
              </a:rPr>
              <a:t>Yes</a:t>
            </a:r>
            <a:r>
              <a:rPr lang="en-US" altLang="en-US">
                <a:solidFill>
                  <a:srgbClr val="000000"/>
                </a:solidFill>
                <a:latin typeface="Palatino Linotype" panose="02040502050505030304" pitchFamily="18" charset="0"/>
                <a:sym typeface="Palatino Linotype" panose="02040502050505030304" pitchFamily="18" charset="0"/>
              </a:rPr>
              <a:t>)P(</a:t>
            </a:r>
            <a:r>
              <a:rPr lang="en-US" altLang="en-US" i="1">
                <a:solidFill>
                  <a:srgbClr val="000000"/>
                </a:solidFill>
                <a:latin typeface="Palatino Linotype" panose="02040502050505030304" pitchFamily="18" charset="0"/>
                <a:sym typeface="Palatino Linotype" panose="02040502050505030304" pitchFamily="18" charset="0"/>
              </a:rPr>
              <a:t>High</a:t>
            </a:r>
            <a:r>
              <a:rPr lang="en-US" altLang="en-US">
                <a:solidFill>
                  <a:srgbClr val="000000"/>
                </a:solidFill>
                <a:latin typeface="Palatino Linotype" panose="02040502050505030304" pitchFamily="18" charset="0"/>
                <a:sym typeface="Palatino Linotype" panose="02040502050505030304" pitchFamily="18" charset="0"/>
              </a:rPr>
              <a:t>|Y</a:t>
            </a:r>
            <a:r>
              <a:rPr lang="en-US" altLang="en-US" i="1">
                <a:solidFill>
                  <a:srgbClr val="000000"/>
                </a:solidFill>
                <a:latin typeface="Palatino Linotype" panose="02040502050505030304" pitchFamily="18" charset="0"/>
                <a:sym typeface="Palatino Linotype" panose="02040502050505030304" pitchFamily="18" charset="0"/>
              </a:rPr>
              <a:t>es</a:t>
            </a:r>
            <a:r>
              <a:rPr lang="en-US" altLang="en-US">
                <a:solidFill>
                  <a:srgbClr val="000000"/>
                </a:solidFill>
                <a:latin typeface="Palatino Linotype" panose="02040502050505030304" pitchFamily="18" charset="0"/>
                <a:sym typeface="Palatino Linotype" panose="02040502050505030304" pitchFamily="18" charset="0"/>
              </a:rPr>
              <a:t>)P(</a:t>
            </a:r>
            <a:r>
              <a:rPr lang="en-US" altLang="en-US" i="1">
                <a:solidFill>
                  <a:srgbClr val="000000"/>
                </a:solidFill>
                <a:latin typeface="Palatino Linotype" panose="02040502050505030304" pitchFamily="18" charset="0"/>
                <a:sym typeface="Palatino Linotype" panose="02040502050505030304" pitchFamily="18" charset="0"/>
              </a:rPr>
              <a:t>Strong</a:t>
            </a:r>
            <a:r>
              <a:rPr lang="en-US" altLang="en-US">
                <a:solidFill>
                  <a:srgbClr val="000000"/>
                </a:solidFill>
                <a:latin typeface="Palatino Linotype" panose="02040502050505030304" pitchFamily="18" charset="0"/>
                <a:sym typeface="Palatino Linotype" panose="02040502050505030304" pitchFamily="18" charset="0"/>
              </a:rPr>
              <a:t>|</a:t>
            </a:r>
            <a:r>
              <a:rPr lang="en-US" altLang="en-US" i="1">
                <a:solidFill>
                  <a:srgbClr val="000000"/>
                </a:solidFill>
                <a:latin typeface="Palatino Linotype" panose="02040502050505030304" pitchFamily="18" charset="0"/>
                <a:sym typeface="Palatino Linotype" panose="02040502050505030304" pitchFamily="18" charset="0"/>
              </a:rPr>
              <a:t>Yes</a:t>
            </a:r>
            <a:r>
              <a:rPr lang="en-US" altLang="en-US">
                <a:solidFill>
                  <a:srgbClr val="000000"/>
                </a:solidFill>
                <a:latin typeface="Palatino Linotype" panose="02040502050505030304" pitchFamily="18" charset="0"/>
                <a:sym typeface="Palatino Linotype" panose="02040502050505030304" pitchFamily="18" charset="0"/>
              </a:rPr>
              <a:t>)]P(Play=</a:t>
            </a:r>
            <a:r>
              <a:rPr lang="en-US" altLang="en-US" i="1">
                <a:solidFill>
                  <a:srgbClr val="000000"/>
                </a:solidFill>
                <a:latin typeface="Palatino Linotype" panose="02040502050505030304" pitchFamily="18" charset="0"/>
                <a:sym typeface="Palatino Linotype" panose="02040502050505030304" pitchFamily="18" charset="0"/>
              </a:rPr>
              <a:t>Yes</a:t>
            </a:r>
            <a:r>
              <a:rPr lang="en-US" altLang="en-US">
                <a:solidFill>
                  <a:srgbClr val="000000"/>
                </a:solidFill>
                <a:latin typeface="Palatino Linotype" panose="02040502050505030304" pitchFamily="18" charset="0"/>
                <a:sym typeface="Palatino Linotype" panose="02040502050505030304" pitchFamily="18" charset="0"/>
              </a:rPr>
              <a:t>) = 0.0053</a:t>
            </a:r>
            <a:endParaRPr lang="en-US" altLang="en-US"/>
          </a:p>
          <a:p>
            <a:pPr>
              <a:buClr>
                <a:srgbClr val="000000"/>
              </a:buClr>
              <a:buSzPts val="1800"/>
              <a:buFont typeface="Palatino Linotype" panose="02040502050505030304" pitchFamily="18" charset="0"/>
              <a:buNone/>
            </a:pPr>
            <a:r>
              <a:rPr lang="en-US" altLang="en-US">
                <a:solidFill>
                  <a:srgbClr val="000000"/>
                </a:solidFill>
                <a:latin typeface="Palatino Linotype" panose="02040502050505030304" pitchFamily="18" charset="0"/>
                <a:sym typeface="Palatino Linotype" panose="02040502050505030304" pitchFamily="18" charset="0"/>
              </a:rPr>
              <a:t> </a:t>
            </a:r>
            <a:r>
              <a:rPr lang="en-US" altLang="en-US">
                <a:solidFill>
                  <a:schemeClr val="accent2"/>
                </a:solidFill>
                <a:latin typeface="Palatino Linotype" panose="02040502050505030304" pitchFamily="18" charset="0"/>
                <a:sym typeface="Palatino Linotype" panose="02040502050505030304" pitchFamily="18" charset="0"/>
              </a:rPr>
              <a:t>P(</a:t>
            </a:r>
            <a:r>
              <a:rPr lang="en-US" altLang="en-US" i="1">
                <a:solidFill>
                  <a:schemeClr val="accent2"/>
                </a:solidFill>
                <a:latin typeface="Palatino Linotype" panose="02040502050505030304" pitchFamily="18" charset="0"/>
                <a:sym typeface="Palatino Linotype" panose="02040502050505030304" pitchFamily="18" charset="0"/>
              </a:rPr>
              <a:t>No</a:t>
            </a:r>
            <a:r>
              <a:rPr lang="en-US" altLang="en-US">
                <a:solidFill>
                  <a:schemeClr val="accent2"/>
                </a:solidFill>
                <a:latin typeface="Palatino Linotype" panose="02040502050505030304" pitchFamily="18" charset="0"/>
                <a:sym typeface="Palatino Linotype" panose="02040502050505030304" pitchFamily="18" charset="0"/>
              </a:rPr>
              <a:t>|</a:t>
            </a:r>
            <a:r>
              <a:rPr lang="en-US" altLang="en-US" sz="2100" b="1">
                <a:solidFill>
                  <a:schemeClr val="accent2"/>
                </a:solidFill>
                <a:latin typeface="Palatino Linotype" panose="02040502050505030304" pitchFamily="18" charset="0"/>
                <a:sym typeface="Palatino Linotype" panose="02040502050505030304" pitchFamily="18" charset="0"/>
              </a:rPr>
              <a:t>x</a:t>
            </a:r>
            <a:r>
              <a:rPr lang="en-US" altLang="en-US">
                <a:solidFill>
                  <a:schemeClr val="accent2"/>
                </a:solidFill>
                <a:latin typeface="Palatino Linotype" panose="02040502050505030304" pitchFamily="18" charset="0"/>
                <a:sym typeface="Palatino Linotype" panose="02040502050505030304" pitchFamily="18" charset="0"/>
              </a:rPr>
              <a:t>’):</a:t>
            </a:r>
            <a:r>
              <a:rPr lang="en-US" altLang="en-US">
                <a:solidFill>
                  <a:srgbClr val="000000"/>
                </a:solidFill>
                <a:latin typeface="Palatino Linotype" panose="02040502050505030304" pitchFamily="18" charset="0"/>
                <a:sym typeface="Palatino Linotype" panose="02040502050505030304" pitchFamily="18" charset="0"/>
              </a:rPr>
              <a:t> [P(</a:t>
            </a:r>
            <a:r>
              <a:rPr lang="en-US" altLang="en-US" i="1">
                <a:solidFill>
                  <a:srgbClr val="000000"/>
                </a:solidFill>
                <a:latin typeface="Palatino Linotype" panose="02040502050505030304" pitchFamily="18" charset="0"/>
                <a:sym typeface="Palatino Linotype" panose="02040502050505030304" pitchFamily="18" charset="0"/>
              </a:rPr>
              <a:t>Sunny</a:t>
            </a:r>
            <a:r>
              <a:rPr lang="en-US" altLang="en-US">
                <a:solidFill>
                  <a:srgbClr val="000000"/>
                </a:solidFill>
                <a:latin typeface="Palatino Linotype" panose="02040502050505030304" pitchFamily="18" charset="0"/>
                <a:sym typeface="Palatino Linotype" panose="02040502050505030304" pitchFamily="18" charset="0"/>
              </a:rPr>
              <a:t>|N</a:t>
            </a:r>
            <a:r>
              <a:rPr lang="en-US" altLang="en-US" i="1">
                <a:solidFill>
                  <a:srgbClr val="000000"/>
                </a:solidFill>
                <a:latin typeface="Palatino Linotype" panose="02040502050505030304" pitchFamily="18" charset="0"/>
                <a:sym typeface="Palatino Linotype" panose="02040502050505030304" pitchFamily="18" charset="0"/>
              </a:rPr>
              <a:t>o</a:t>
            </a:r>
            <a:r>
              <a:rPr lang="en-US" altLang="en-US">
                <a:solidFill>
                  <a:srgbClr val="000000"/>
                </a:solidFill>
                <a:latin typeface="Palatino Linotype" panose="02040502050505030304" pitchFamily="18" charset="0"/>
                <a:sym typeface="Palatino Linotype" panose="02040502050505030304" pitchFamily="18" charset="0"/>
              </a:rPr>
              <a:t>) P(</a:t>
            </a:r>
            <a:r>
              <a:rPr lang="en-US" altLang="en-US" i="1">
                <a:solidFill>
                  <a:srgbClr val="000000"/>
                </a:solidFill>
                <a:latin typeface="Palatino Linotype" panose="02040502050505030304" pitchFamily="18" charset="0"/>
                <a:sym typeface="Palatino Linotype" panose="02040502050505030304" pitchFamily="18" charset="0"/>
              </a:rPr>
              <a:t>Cool</a:t>
            </a:r>
            <a:r>
              <a:rPr lang="en-US" altLang="en-US">
                <a:solidFill>
                  <a:srgbClr val="000000"/>
                </a:solidFill>
                <a:latin typeface="Palatino Linotype" panose="02040502050505030304" pitchFamily="18" charset="0"/>
                <a:sym typeface="Palatino Linotype" panose="02040502050505030304" pitchFamily="18" charset="0"/>
              </a:rPr>
              <a:t>|N</a:t>
            </a:r>
            <a:r>
              <a:rPr lang="en-US" altLang="en-US" i="1">
                <a:solidFill>
                  <a:srgbClr val="000000"/>
                </a:solidFill>
                <a:latin typeface="Palatino Linotype" panose="02040502050505030304" pitchFamily="18" charset="0"/>
                <a:sym typeface="Palatino Linotype" panose="02040502050505030304" pitchFamily="18" charset="0"/>
              </a:rPr>
              <a:t>o</a:t>
            </a:r>
            <a:r>
              <a:rPr lang="en-US" altLang="en-US">
                <a:solidFill>
                  <a:srgbClr val="000000"/>
                </a:solidFill>
                <a:latin typeface="Palatino Linotype" panose="02040502050505030304" pitchFamily="18" charset="0"/>
                <a:sym typeface="Palatino Linotype" panose="02040502050505030304" pitchFamily="18" charset="0"/>
              </a:rPr>
              <a:t>)P(</a:t>
            </a:r>
            <a:r>
              <a:rPr lang="en-US" altLang="en-US" i="1">
                <a:solidFill>
                  <a:srgbClr val="000000"/>
                </a:solidFill>
                <a:latin typeface="Palatino Linotype" panose="02040502050505030304" pitchFamily="18" charset="0"/>
                <a:sym typeface="Palatino Linotype" panose="02040502050505030304" pitchFamily="18" charset="0"/>
              </a:rPr>
              <a:t>High</a:t>
            </a:r>
            <a:r>
              <a:rPr lang="en-US" altLang="en-US">
                <a:solidFill>
                  <a:srgbClr val="000000"/>
                </a:solidFill>
                <a:latin typeface="Palatino Linotype" panose="02040502050505030304" pitchFamily="18" charset="0"/>
                <a:sym typeface="Palatino Linotype" panose="02040502050505030304" pitchFamily="18" charset="0"/>
              </a:rPr>
              <a:t>|</a:t>
            </a:r>
            <a:r>
              <a:rPr lang="en-US" altLang="en-US" i="1">
                <a:solidFill>
                  <a:srgbClr val="000000"/>
                </a:solidFill>
                <a:latin typeface="Palatino Linotype" panose="02040502050505030304" pitchFamily="18" charset="0"/>
                <a:sym typeface="Palatino Linotype" panose="02040502050505030304" pitchFamily="18" charset="0"/>
              </a:rPr>
              <a:t>No</a:t>
            </a:r>
            <a:r>
              <a:rPr lang="en-US" altLang="en-US">
                <a:solidFill>
                  <a:srgbClr val="000000"/>
                </a:solidFill>
                <a:latin typeface="Palatino Linotype" panose="02040502050505030304" pitchFamily="18" charset="0"/>
                <a:sym typeface="Palatino Linotype" panose="02040502050505030304" pitchFamily="18" charset="0"/>
              </a:rPr>
              <a:t>)P(</a:t>
            </a:r>
            <a:r>
              <a:rPr lang="en-US" altLang="en-US" i="1">
                <a:solidFill>
                  <a:srgbClr val="000000"/>
                </a:solidFill>
                <a:latin typeface="Palatino Linotype" panose="02040502050505030304" pitchFamily="18" charset="0"/>
                <a:sym typeface="Palatino Linotype" panose="02040502050505030304" pitchFamily="18" charset="0"/>
              </a:rPr>
              <a:t>Strong</a:t>
            </a:r>
            <a:r>
              <a:rPr lang="en-US" altLang="en-US">
                <a:solidFill>
                  <a:srgbClr val="000000"/>
                </a:solidFill>
                <a:latin typeface="Palatino Linotype" panose="02040502050505030304" pitchFamily="18" charset="0"/>
                <a:sym typeface="Palatino Linotype" panose="02040502050505030304" pitchFamily="18" charset="0"/>
              </a:rPr>
              <a:t>|</a:t>
            </a:r>
            <a:r>
              <a:rPr lang="en-US" altLang="en-US" i="1">
                <a:solidFill>
                  <a:srgbClr val="000000"/>
                </a:solidFill>
                <a:latin typeface="Palatino Linotype" panose="02040502050505030304" pitchFamily="18" charset="0"/>
                <a:sym typeface="Palatino Linotype" panose="02040502050505030304" pitchFamily="18" charset="0"/>
              </a:rPr>
              <a:t>No</a:t>
            </a:r>
            <a:r>
              <a:rPr lang="en-US" altLang="en-US">
                <a:solidFill>
                  <a:srgbClr val="000000"/>
                </a:solidFill>
                <a:latin typeface="Palatino Linotype" panose="02040502050505030304" pitchFamily="18" charset="0"/>
                <a:sym typeface="Palatino Linotype" panose="02040502050505030304" pitchFamily="18" charset="0"/>
              </a:rPr>
              <a:t>)]P(Play=</a:t>
            </a:r>
            <a:r>
              <a:rPr lang="en-US" altLang="en-US" i="1">
                <a:solidFill>
                  <a:srgbClr val="000000"/>
                </a:solidFill>
                <a:latin typeface="Palatino Linotype" panose="02040502050505030304" pitchFamily="18" charset="0"/>
                <a:sym typeface="Palatino Linotype" panose="02040502050505030304" pitchFamily="18" charset="0"/>
              </a:rPr>
              <a:t>No</a:t>
            </a:r>
            <a:r>
              <a:rPr lang="en-US" altLang="en-US">
                <a:solidFill>
                  <a:srgbClr val="000000"/>
                </a:solidFill>
                <a:latin typeface="Palatino Linotype" panose="02040502050505030304" pitchFamily="18" charset="0"/>
                <a:sym typeface="Palatino Linotype" panose="02040502050505030304" pitchFamily="18" charset="0"/>
              </a:rPr>
              <a:t>) = 0.0206</a:t>
            </a:r>
            <a:endParaRPr lang="en-US" altLang="en-US"/>
          </a:p>
          <a:p>
            <a:pPr>
              <a:lnSpc>
                <a:spcPct val="50000"/>
              </a:lnSpc>
              <a:buClr>
                <a:srgbClr val="000000"/>
              </a:buClr>
              <a:buSzPts val="1800"/>
              <a:buFont typeface="Tahoma" panose="020B0604030504040204" pitchFamily="34" charset="0"/>
              <a:buNone/>
            </a:pPr>
            <a:endParaRPr lang="en-US" altLang="en-US">
              <a:solidFill>
                <a:srgbClr val="000000"/>
              </a:solidFill>
              <a:latin typeface="Palatino Linotype" panose="02040502050505030304" pitchFamily="18" charset="0"/>
              <a:sym typeface="Palatino Linotype" panose="02040502050505030304" pitchFamily="18" charset="0"/>
            </a:endParaRPr>
          </a:p>
          <a:p>
            <a:pPr>
              <a:lnSpc>
                <a:spcPct val="130000"/>
              </a:lnSpc>
              <a:buClr>
                <a:srgbClr val="FF0000"/>
              </a:buClr>
              <a:buSzPts val="2500"/>
              <a:buFont typeface="Palatino Linotype" panose="02040502050505030304" pitchFamily="18" charset="0"/>
              <a:buNone/>
            </a:pPr>
            <a:r>
              <a:rPr lang="en-US" altLang="en-US" sz="2500" b="1">
                <a:solidFill>
                  <a:srgbClr val="FF0000"/>
                </a:solidFill>
                <a:latin typeface="Palatino Linotype" panose="02040502050505030304" pitchFamily="18" charset="0"/>
                <a:sym typeface="Palatino Linotype" panose="02040502050505030304" pitchFamily="18" charset="0"/>
              </a:rPr>
              <a:t>    Given the fact P(</a:t>
            </a:r>
            <a:r>
              <a:rPr lang="en-US" altLang="en-US" sz="2500" b="1" i="1">
                <a:solidFill>
                  <a:srgbClr val="FF0000"/>
                </a:solidFill>
                <a:latin typeface="Palatino Linotype" panose="02040502050505030304" pitchFamily="18" charset="0"/>
                <a:sym typeface="Palatino Linotype" panose="02040502050505030304" pitchFamily="18" charset="0"/>
              </a:rPr>
              <a:t>Yes</a:t>
            </a:r>
            <a:r>
              <a:rPr lang="en-US" altLang="en-US" sz="2500" b="1">
                <a:solidFill>
                  <a:srgbClr val="FF0000"/>
                </a:solidFill>
                <a:latin typeface="Palatino Linotype" panose="02040502050505030304" pitchFamily="18" charset="0"/>
                <a:sym typeface="Palatino Linotype" panose="02040502050505030304" pitchFamily="18" charset="0"/>
              </a:rPr>
              <a:t>|</a:t>
            </a:r>
            <a:r>
              <a:rPr lang="en-US" altLang="en-US" sz="2800" b="1">
                <a:solidFill>
                  <a:srgbClr val="FF0000"/>
                </a:solidFill>
                <a:latin typeface="Palatino Linotype" panose="02040502050505030304" pitchFamily="18" charset="0"/>
                <a:sym typeface="Palatino Linotype" panose="02040502050505030304" pitchFamily="18" charset="0"/>
              </a:rPr>
              <a:t>x</a:t>
            </a:r>
            <a:r>
              <a:rPr lang="en-US" altLang="en-US" sz="2500" b="1">
                <a:solidFill>
                  <a:srgbClr val="FF0000"/>
                </a:solidFill>
                <a:latin typeface="Palatino Linotype" panose="02040502050505030304" pitchFamily="18" charset="0"/>
                <a:sym typeface="Palatino Linotype" panose="02040502050505030304" pitchFamily="18" charset="0"/>
              </a:rPr>
              <a:t>’) &lt; P(</a:t>
            </a:r>
            <a:r>
              <a:rPr lang="en-US" altLang="en-US" sz="2500" b="1" i="1">
                <a:solidFill>
                  <a:srgbClr val="FF0000"/>
                </a:solidFill>
                <a:latin typeface="Palatino Linotype" panose="02040502050505030304" pitchFamily="18" charset="0"/>
                <a:sym typeface="Palatino Linotype" panose="02040502050505030304" pitchFamily="18" charset="0"/>
              </a:rPr>
              <a:t>No</a:t>
            </a:r>
            <a:r>
              <a:rPr lang="en-US" altLang="en-US" sz="2500" b="1">
                <a:solidFill>
                  <a:srgbClr val="FF0000"/>
                </a:solidFill>
                <a:latin typeface="Palatino Linotype" panose="02040502050505030304" pitchFamily="18" charset="0"/>
                <a:sym typeface="Palatino Linotype" panose="02040502050505030304" pitchFamily="18" charset="0"/>
              </a:rPr>
              <a:t>|</a:t>
            </a:r>
            <a:r>
              <a:rPr lang="en-US" altLang="en-US" sz="2800" b="1">
                <a:solidFill>
                  <a:srgbClr val="FF0000"/>
                </a:solidFill>
                <a:latin typeface="Palatino Linotype" panose="02040502050505030304" pitchFamily="18" charset="0"/>
                <a:sym typeface="Palatino Linotype" panose="02040502050505030304" pitchFamily="18" charset="0"/>
              </a:rPr>
              <a:t>x</a:t>
            </a:r>
            <a:r>
              <a:rPr lang="en-US" altLang="en-US" sz="2500" b="1">
                <a:solidFill>
                  <a:srgbClr val="FF0000"/>
                </a:solidFill>
                <a:latin typeface="Palatino Linotype" panose="02040502050505030304" pitchFamily="18" charset="0"/>
                <a:sym typeface="Palatino Linotype" panose="02040502050505030304" pitchFamily="18" charset="0"/>
              </a:rPr>
              <a:t>’), we label </a:t>
            </a:r>
            <a:r>
              <a:rPr lang="en-US" altLang="en-US" sz="2800" b="1">
                <a:solidFill>
                  <a:srgbClr val="FF0000"/>
                </a:solidFill>
                <a:latin typeface="Palatino Linotype" panose="02040502050505030304" pitchFamily="18" charset="0"/>
                <a:sym typeface="Palatino Linotype" panose="02040502050505030304" pitchFamily="18" charset="0"/>
              </a:rPr>
              <a:t>x</a:t>
            </a:r>
            <a:r>
              <a:rPr lang="en-US" altLang="en-US" sz="2500" b="1">
                <a:solidFill>
                  <a:srgbClr val="FF0000"/>
                </a:solidFill>
                <a:latin typeface="Palatino Linotype" panose="02040502050505030304" pitchFamily="18" charset="0"/>
                <a:sym typeface="Palatino Linotype" panose="02040502050505030304" pitchFamily="18" charset="0"/>
              </a:rPr>
              <a:t>’ to be “</a:t>
            </a:r>
            <a:r>
              <a:rPr lang="en-US" altLang="en-US" sz="2500" b="1" i="1">
                <a:solidFill>
                  <a:srgbClr val="FF0000"/>
                </a:solidFill>
                <a:latin typeface="Palatino Linotype" panose="02040502050505030304" pitchFamily="18" charset="0"/>
                <a:sym typeface="Palatino Linotype" panose="02040502050505030304" pitchFamily="18" charset="0"/>
              </a:rPr>
              <a:t>No</a:t>
            </a:r>
            <a:r>
              <a:rPr lang="en-US" altLang="en-US" sz="2500" b="1">
                <a:solidFill>
                  <a:srgbClr val="FF0000"/>
                </a:solidFill>
                <a:latin typeface="Palatino Linotype" panose="02040502050505030304" pitchFamily="18" charset="0"/>
                <a:sym typeface="Palatino Linotype" panose="02040502050505030304" pitchFamily="18" charset="0"/>
              </a:rPr>
              <a:t>”.    </a:t>
            </a:r>
            <a:endParaRPr lang="en-US" alt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5" name="Rectangle 2">
            <a:extLst>
              <a:ext uri="{FF2B5EF4-FFF2-40B4-BE49-F238E27FC236}">
                <a16:creationId xmlns="" xmlns:a16="http://schemas.microsoft.com/office/drawing/2014/main" id="{2EECAEB2-4398-8DBE-6B02-0985E4CDDE5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05000" y="304800"/>
            <a:ext cx="8402638" cy="609600"/>
          </a:xfrm>
        </p:spPr>
        <p:txBody>
          <a:bodyPr>
            <a:noAutofit/>
          </a:bodyPr>
          <a:lstStyle/>
          <a:p>
            <a:pPr algn="ctr" eaLnBrk="1" hangingPunct="1"/>
            <a:r>
              <a:rPr lang="en-US" altLang="en-US" sz="3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Avoiding the Zero-Probability Problem</a:t>
            </a:r>
          </a:p>
        </p:txBody>
      </p:sp>
      <p:sp>
        <p:nvSpPr>
          <p:cNvPr id="54276" name="Rectangle 3">
            <a:extLst>
              <a:ext uri="{FF2B5EF4-FFF2-40B4-BE49-F238E27FC236}">
                <a16:creationId xmlns="" xmlns:a16="http://schemas.microsoft.com/office/drawing/2014/main" id="{34214A1C-699F-8BB3-761E-6DAE77117E2D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707010" y="1219200"/>
            <a:ext cx="11019934" cy="5486400"/>
          </a:xfrm>
        </p:spPr>
        <p:txBody>
          <a:bodyPr/>
          <a:lstStyle/>
          <a:p>
            <a:pPr eaLnBrk="1" hangingPunct="1"/>
            <a:r>
              <a:rPr lang="en-US" altLang="en-US" sz="2400" dirty="0"/>
              <a:t>Naïve Bayesian prediction requires each conditional prob. be </a:t>
            </a:r>
            <a:r>
              <a:rPr lang="en-US" altLang="en-US" sz="2400" b="1" dirty="0"/>
              <a:t>non-zero</a:t>
            </a:r>
            <a:r>
              <a:rPr lang="en-US" altLang="en-US" sz="2400" dirty="0"/>
              <a:t>.  Otherwise, the predicted prob. will be zero</a:t>
            </a:r>
          </a:p>
          <a:p>
            <a:pPr eaLnBrk="1" hangingPunct="1"/>
            <a:endParaRPr lang="en-US" altLang="en-US" sz="2400" dirty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400" b="1" dirty="0"/>
              <a:t>	</a:t>
            </a:r>
          </a:p>
          <a:p>
            <a:pPr eaLnBrk="1" hangingPunct="1"/>
            <a:r>
              <a:rPr lang="en-US" altLang="en-US" sz="2400" dirty="0"/>
              <a:t>Ex. Suppose a dataset with 1000 tuples, income=low (0), income= medium (990), and income = high (10)</a:t>
            </a:r>
          </a:p>
          <a:p>
            <a:pPr eaLnBrk="1" hangingPunct="1"/>
            <a:r>
              <a:rPr lang="en-US" altLang="en-US" sz="2400" dirty="0"/>
              <a:t>Use </a:t>
            </a:r>
            <a:r>
              <a:rPr lang="en-US" altLang="en-US" sz="2400" b="1" dirty="0"/>
              <a:t>Laplacian correction</a:t>
            </a:r>
            <a:r>
              <a:rPr lang="en-US" altLang="en-US" sz="2400" dirty="0"/>
              <a:t> (or Laplacian estimator)</a:t>
            </a:r>
          </a:p>
          <a:p>
            <a:pPr lvl="1" eaLnBrk="1" hangingPunct="1"/>
            <a:r>
              <a:rPr lang="en-US" altLang="en-US" i="1" dirty="0"/>
              <a:t>Adding 1 to each case</a:t>
            </a:r>
          </a:p>
          <a:p>
            <a:pPr lvl="2" eaLnBrk="1" hangingPunct="1">
              <a:buFont typeface="Wingdings" panose="05000000000000000000" pitchFamily="2" charset="2"/>
              <a:buNone/>
            </a:pPr>
            <a:r>
              <a:rPr lang="en-US" altLang="en-US" dirty="0"/>
              <a:t>Prob(income = low) = 1/1003</a:t>
            </a:r>
          </a:p>
          <a:p>
            <a:pPr lvl="2" eaLnBrk="1" hangingPunct="1">
              <a:buFont typeface="Wingdings" panose="05000000000000000000" pitchFamily="2" charset="2"/>
              <a:buNone/>
            </a:pPr>
            <a:r>
              <a:rPr lang="en-US" altLang="en-US" dirty="0"/>
              <a:t>Prob(income = medium) = 991/1003</a:t>
            </a:r>
          </a:p>
          <a:p>
            <a:pPr lvl="2" eaLnBrk="1" hangingPunct="1">
              <a:buFont typeface="Wingdings" panose="05000000000000000000" pitchFamily="2" charset="2"/>
              <a:buNone/>
            </a:pPr>
            <a:r>
              <a:rPr lang="en-US" altLang="en-US" dirty="0"/>
              <a:t>Prob(income = high) = 11/1003</a:t>
            </a:r>
          </a:p>
          <a:p>
            <a:pPr lvl="1" eaLnBrk="1" hangingPunct="1"/>
            <a:r>
              <a:rPr lang="en-US" altLang="en-US" dirty="0"/>
              <a:t>The “corrected” prob. estimates are close to their “uncorrected” counterparts</a:t>
            </a:r>
          </a:p>
        </p:txBody>
      </p:sp>
      <p:graphicFrame>
        <p:nvGraphicFramePr>
          <p:cNvPr id="54277" name="Object 4">
            <a:extLst>
              <a:ext uri="{FF2B5EF4-FFF2-40B4-BE49-F238E27FC236}">
                <a16:creationId xmlns="" xmlns:a16="http://schemas.microsoft.com/office/drawing/2014/main" id="{D69CB732-41C9-2BE4-43C5-887F252BB9AE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3733800" y="1981200"/>
          <a:ext cx="40386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3" name="Equation" r:id="rId4" imgW="1765300" imgH="508000" progId="Equation.3">
                  <p:embed/>
                </p:oleObj>
              </mc:Choice>
              <mc:Fallback>
                <p:oleObj name="Equation" r:id="rId4" imgW="1765300" imgH="508000" progId="Equation.3">
                  <p:embed/>
                  <p:pic>
                    <p:nvPicPr>
                      <p:cNvPr id="54277" name="Object 4">
                        <a:extLst>
                          <a:ext uri="{FF2B5EF4-FFF2-40B4-BE49-F238E27FC236}">
                            <a16:creationId xmlns="" xmlns:a16="http://schemas.microsoft.com/office/drawing/2014/main" id="{D69CB732-41C9-2BE4-43C5-887F252BB9AE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33800" y="1981200"/>
                        <a:ext cx="4038600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zoom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3" name="Rectangle 2">
            <a:extLst>
              <a:ext uri="{FF2B5EF4-FFF2-40B4-BE49-F238E27FC236}">
                <a16:creationId xmlns="" xmlns:a16="http://schemas.microsoft.com/office/drawing/2014/main" id="{5E250E1C-0615-64D8-A091-48031EF6DF5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62185" y="380214"/>
            <a:ext cx="9144000" cy="609600"/>
          </a:xfrm>
        </p:spPr>
        <p:txBody>
          <a:bodyPr>
            <a:noAutofit/>
          </a:bodyPr>
          <a:lstStyle/>
          <a:p>
            <a:pPr algn="ctr" eaLnBrk="1" hangingPunct="1"/>
            <a:r>
              <a:rPr lang="en-US" altLang="en-US" sz="3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Naïve Bayes Classifier: Comments</a:t>
            </a:r>
          </a:p>
        </p:txBody>
      </p:sp>
      <p:sp>
        <p:nvSpPr>
          <p:cNvPr id="56324" name="Rectangle 3">
            <a:extLst>
              <a:ext uri="{FF2B5EF4-FFF2-40B4-BE49-F238E27FC236}">
                <a16:creationId xmlns="" xmlns:a16="http://schemas.microsoft.com/office/drawing/2014/main" id="{A99501B0-618C-410B-535B-6DAA74E1E35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71340" y="1295400"/>
            <a:ext cx="11274458" cy="5105400"/>
          </a:xfrm>
        </p:spPr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en-US" sz="2400" dirty="0"/>
              <a:t>Advantages 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dirty="0"/>
              <a:t>Easy to implement 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dirty="0"/>
              <a:t>Good results obtained in most of the cases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400" dirty="0"/>
              <a:t>Disadvantages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dirty="0"/>
              <a:t>Assumption: class conditional independence, therefore loss of accuracy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dirty="0"/>
              <a:t>Practically, dependencies exist among variables 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en-US" dirty="0"/>
              <a:t>E.g.,  hospitals: patients: Profile: age, family history, etc. </a:t>
            </a:r>
          </a:p>
          <a:p>
            <a:pPr lvl="3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dirty="0"/>
              <a:t> </a:t>
            </a:r>
            <a:r>
              <a:rPr lang="en-US" altLang="en-US" sz="2400" dirty="0"/>
              <a:t>Symptoms: fever, cough etc., Disease: lung cancer, diabetes, etc. 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en-US" dirty="0"/>
              <a:t>Dependencies among these cannot be modeled by Naïve Bayes Classifier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400" dirty="0"/>
              <a:t>How to deal with these dependencies? Bayesian Belief Networks (Chapter 9)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>
            <a:extLst>
              <a:ext uri="{FF2B5EF4-FFF2-40B4-BE49-F238E27FC236}">
                <a16:creationId xmlns="" xmlns:a16="http://schemas.microsoft.com/office/drawing/2014/main" id="{8994D3C3-55FF-7F36-B139-D3EF61D62E0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 eaLnBrk="1" hangingPunct="1"/>
            <a:r>
              <a:rPr lang="en-US" altLang="en-US" sz="3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independence hypothesis…</a:t>
            </a:r>
            <a:endParaRPr lang="it-IT" altLang="en-US" sz="36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8371" name="Rectangle 3">
            <a:extLst>
              <a:ext uri="{FF2B5EF4-FFF2-40B4-BE49-F238E27FC236}">
                <a16:creationId xmlns="" xmlns:a16="http://schemas.microsoft.com/office/drawing/2014/main" id="{07C90769-8522-38A1-9708-A3CD4107F19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41023" y="1752600"/>
            <a:ext cx="10869105" cy="4648200"/>
          </a:xfrm>
        </p:spPr>
        <p:txBody>
          <a:bodyPr>
            <a:normAutofit/>
          </a:bodyPr>
          <a:lstStyle/>
          <a:p>
            <a:pPr eaLnBrk="1" hangingPunct="1">
              <a:lnSpc>
                <a:spcPct val="120000"/>
              </a:lnSpc>
            </a:pPr>
            <a:r>
              <a:rPr lang="en-US" altLang="en-US" dirty="0"/>
              <a:t>… </a:t>
            </a:r>
            <a:r>
              <a:rPr lang="en-US" altLang="en-US" sz="2400" dirty="0"/>
              <a:t>makes computation possible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en-US" sz="2400" dirty="0"/>
              <a:t>… yields optimal classifiers when satisfied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en-US" sz="2400" dirty="0"/>
              <a:t>… but is seldom satisfied in practice, as attributes (variables) are often correlated.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en-US" sz="2400" dirty="0"/>
              <a:t>Attempts to overcome this limitation: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en-US" dirty="0">
                <a:solidFill>
                  <a:srgbClr val="0000FF"/>
                </a:solidFill>
              </a:rPr>
              <a:t>Bayesian networks</a:t>
            </a:r>
            <a:r>
              <a:rPr lang="en-US" altLang="en-US" dirty="0"/>
              <a:t>, that combine Bayesian reasoning with causal relationships between attributes</a:t>
            </a:r>
          </a:p>
          <a:p>
            <a:pPr lvl="1" eaLnBrk="1" hangingPunct="1">
              <a:lnSpc>
                <a:spcPct val="120000"/>
              </a:lnSpc>
            </a:pPr>
            <a:r>
              <a:rPr lang="en-US" altLang="en-US" dirty="0">
                <a:solidFill>
                  <a:srgbClr val="0000FF"/>
                </a:solidFill>
              </a:rPr>
              <a:t>Decision trees</a:t>
            </a:r>
            <a:r>
              <a:rPr lang="en-US" altLang="en-US" dirty="0"/>
              <a:t>, that reason on one attribute at a time, considering most important attributes first</a:t>
            </a:r>
            <a:endParaRPr lang="it-IT" altLang="en-US" dirty="0"/>
          </a:p>
        </p:txBody>
      </p:sp>
    </p:spTree>
  </p:cSld>
  <p:clrMapOvr>
    <a:masterClrMapping/>
  </p:clrMapOvr>
  <p:transition>
    <p:checker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3637</Words>
  <Application>Microsoft Office PowerPoint</Application>
  <PresentationFormat>Custom</PresentationFormat>
  <Paragraphs>675</Paragraphs>
  <Slides>45</Slides>
  <Notes>40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45</vt:i4>
      </vt:variant>
    </vt:vector>
  </HeadingPairs>
  <TitlesOfParts>
    <vt:vector size="48" baseType="lpstr">
      <vt:lpstr>Office Theme</vt:lpstr>
      <vt:lpstr>Worksheet</vt:lpstr>
      <vt:lpstr>Equation</vt:lpstr>
      <vt:lpstr>PowerPoint Presentation</vt:lpstr>
      <vt:lpstr>Unit IV - Syllabus </vt:lpstr>
      <vt:lpstr>What is Cluster Analysis?</vt:lpstr>
      <vt:lpstr>General Applications of Clustering </vt:lpstr>
      <vt:lpstr>Examples of Clustering Applications</vt:lpstr>
      <vt:lpstr>What Is Good Clustering?</vt:lpstr>
      <vt:lpstr>The K-Means Clustering Method </vt:lpstr>
      <vt:lpstr>The K-Means Clustering Method </vt:lpstr>
      <vt:lpstr>Comments on the K-Means Method</vt:lpstr>
      <vt:lpstr>Variations of the K-Means Method</vt:lpstr>
      <vt:lpstr>What is the problem of k-Means Method?</vt:lpstr>
      <vt:lpstr>What Is Association Mining?</vt:lpstr>
      <vt:lpstr>Why Is Frequent Pattern or Assoiciation Mining an Essential Task in Data Mining?</vt:lpstr>
      <vt:lpstr>Basic Concepts: Frequent Patterns and Association Rules</vt:lpstr>
      <vt:lpstr>Mining Association Rules—an Example</vt:lpstr>
      <vt:lpstr>Apriori: A Candidate Generation-and-test Approach</vt:lpstr>
      <vt:lpstr>The Apriori Algorithm—An Example</vt:lpstr>
      <vt:lpstr>The Apriori Algorithm</vt:lpstr>
      <vt:lpstr>Important Details of Apriori</vt:lpstr>
      <vt:lpstr>How to Generate Candidates?</vt:lpstr>
      <vt:lpstr>How to Count Supports of Candidates?</vt:lpstr>
      <vt:lpstr>Example: Counting Supports of Candidates</vt:lpstr>
      <vt:lpstr>Challenges of Frequent Pattern Mining</vt:lpstr>
      <vt:lpstr>Regression</vt:lpstr>
      <vt:lpstr>Linear Regression</vt:lpstr>
      <vt:lpstr>Linear Regression: Example</vt:lpstr>
      <vt:lpstr>Linear Regression: Types</vt:lpstr>
      <vt:lpstr>Prediction Problems: Classification vs. Numeric Prediction</vt:lpstr>
      <vt:lpstr>Classification—A Two-Step Process </vt:lpstr>
      <vt:lpstr>Process (1): Model Construction</vt:lpstr>
      <vt:lpstr>Process (2): Using the Model in Prediction </vt:lpstr>
      <vt:lpstr>What is Classification?</vt:lpstr>
      <vt:lpstr>Bayesian Classification: Why?</vt:lpstr>
      <vt:lpstr>Bayes’ Theorem: Basics</vt:lpstr>
      <vt:lpstr>Prediction Based on Bayes’ Theorem</vt:lpstr>
      <vt:lpstr>Classification Is to Derive the Maximum Posteriori</vt:lpstr>
      <vt:lpstr>Naïve Bayes Classifier </vt:lpstr>
      <vt:lpstr>Naïve Bayes Classifier: Training Dataset</vt:lpstr>
      <vt:lpstr>Naïve Bayes Classifier: An Example</vt:lpstr>
      <vt:lpstr>Naïve Bayes Classifier: An Example </vt:lpstr>
      <vt:lpstr>The learning phase for tennis example </vt:lpstr>
      <vt:lpstr>The test phase for the tennis example </vt:lpstr>
      <vt:lpstr>Avoiding the Zero-Probability Problem</vt:lpstr>
      <vt:lpstr>Naïve Bayes Classifier: Comments</vt:lpstr>
      <vt:lpstr>The independence hypothesis…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is Cluster Analysis?</dc:title>
  <dc:creator>Tushar Mane</dc:creator>
  <cp:lastModifiedBy>Admin</cp:lastModifiedBy>
  <cp:revision>13</cp:revision>
  <dcterms:created xsi:type="dcterms:W3CDTF">2023-07-06T04:55:22Z</dcterms:created>
  <dcterms:modified xsi:type="dcterms:W3CDTF">2024-06-18T04:41:53Z</dcterms:modified>
</cp:coreProperties>
</file>